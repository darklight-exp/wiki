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9" r:id="rId2"/>
    <p:sldId id="256" r:id="rId3"/>
    <p:sldId id="257" r:id="rId4"/>
    <p:sldId id="258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3"/>
    <p:restoredTop sz="94798"/>
  </p:normalViewPr>
  <p:slideViewPr>
    <p:cSldViewPr snapToGrid="0">
      <p:cViewPr>
        <p:scale>
          <a:sx n="150" d="100"/>
          <a:sy n="150" d="100"/>
        </p:scale>
        <p:origin x="14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F994C-9A26-C233-9061-266B1C86E2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6EB8F0-69C6-B615-0B44-BDB65D1BC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3542BD-B3AE-4A85-A283-BF2020BA7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50E38-8519-4A42-8FD4-1976D3797EBD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0F2FC1-6B7F-FA69-B40A-49FCB7DE3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15FD60-B1BD-37E8-E0C8-E3DD157B7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A620F-8EAA-2A41-989B-5D17F99B44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9862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ADEBA-6B4E-681D-B541-E2C337C28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48BAC1-5744-5027-AD0F-D758C4FD16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ABBE3D-05B5-E76A-6CC0-1912E0628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50E38-8519-4A42-8FD4-1976D3797EBD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54C957-5729-B5E0-C85A-79F2057C3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5E5F6F-5C09-004A-6BDC-7C2022382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A620F-8EAA-2A41-989B-5D17F99B44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4495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77116-C267-AA18-0DBA-EAFE1FE69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C9CA35-AFDA-0E37-7E36-3D71A028BF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6B24DA-22B5-85DA-1E21-D3E3C2600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50E38-8519-4A42-8FD4-1976D3797EBD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C54A61-2133-9B24-0372-546CF1705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4B936F-99C2-49D5-C3F9-61650888F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A620F-8EAA-2A41-989B-5D17F99B44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8561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82491-24FF-1B79-1264-0EA574FED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DB9D59-5916-F9B9-550C-51C05E1670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AEBB59-7B1B-ACDE-3F1F-6B192E9FD9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A6F82B-69EB-F937-A410-FEB3C3A40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50E38-8519-4A42-8FD4-1976D3797EBD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95AF2F-A318-67F3-E918-0205E277F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37FACD-1323-53DD-F2B3-0D0E1B3C8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A620F-8EAA-2A41-989B-5D17F99B44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08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E10CF-9134-F9F8-3678-B2B30A896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D39CD9-291F-AC75-80DF-457255B43E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E74EFB-286D-F374-F25B-8F095B589D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5F2036-5882-E9B8-5846-880898A257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8475BB1-EFA6-94DD-A724-3D7AAF0041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E08440-7B2C-E11D-7678-B7FF66816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50E38-8519-4A42-8FD4-1976D3797EBD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F3F790-7D12-328D-6340-E4A62F96B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CB1407-3803-8BD8-CADD-7D0E88CA1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A620F-8EAA-2A41-989B-5D17F99B44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6505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3E7A5-6BEF-E0F2-6C35-6C1F8F247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11F112-4BB5-A2A4-C1BE-7E6925921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50E38-8519-4A42-8FD4-1976D3797EBD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A52A7D-5E07-DB22-8D3F-2F1D1CDE6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20C569-DC47-B74A-0C8F-6560E8C21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A620F-8EAA-2A41-989B-5D17F99B44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978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64C008-A15C-4D1F-80A3-E1658AF3B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50E38-8519-4A42-8FD4-1976D3797EBD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5649C1-3388-DEDB-3352-39909D30A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097D6F-8B1D-6819-849B-F3706BE99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A620F-8EAA-2A41-989B-5D17F99B44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7749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6EF2E-49EE-10E5-396D-9992B7740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AE7D5A-02EF-0D93-5066-226EDFAE48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B8DE00-CA20-84AB-3A75-B2957F227B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9F6DFF-4FD8-AF2F-BD86-FC10FE4B8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50E38-8519-4A42-8FD4-1976D3797EBD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754B4C-DDC5-C7E6-5BCD-051195B3F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91FCD6-EB12-FC5F-48DA-5B0EEC3D6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A620F-8EAA-2A41-989B-5D17F99B44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3239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C3F1E-02D7-614B-B335-4322E85C2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E1BA6E-B8C9-A8DC-22D1-223E46DF2D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4B06D5-75FC-03C5-43A5-D2D3609F15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AEFF20-35A6-8067-13E3-5DB070459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50E38-8519-4A42-8FD4-1976D3797EBD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5BD288-E58B-BD04-11A7-94E8DB979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D77694-47BC-9325-5694-3EC1FBDC7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A620F-8EAA-2A41-989B-5D17F99B44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8886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32200-C690-948A-68AB-24C5048C7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CC3903-48B0-3B20-8C85-A93FBB8A29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A832B8-0680-868B-7117-9DA69FF3C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50E38-8519-4A42-8FD4-1976D3797EBD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20DDAC-784F-569B-CDC3-B94BCEFE2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C878FF-CF4F-25B6-E696-3D8891E4B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A620F-8EAA-2A41-989B-5D17F99B44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1325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0A406B-7A51-3F9C-A9AA-94AF6F960E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748E11-5F63-BFD8-64DA-4324349978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31DD06-1DA0-75ED-2B79-3886F0DDC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50E38-8519-4A42-8FD4-1976D3797EBD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461C1B-CAE0-A3D7-8617-9C92A01F8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3C8BF4-BC51-2065-9E45-7EE84653D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A620F-8EAA-2A41-989B-5D17F99B44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9773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EF8DAD-6423-E1F7-DEEC-C56F31689A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FB57DF-9619-EF55-0657-F3A8D76EFD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47E36C-98B9-E0A0-910D-7DA4DBB60B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950E38-8519-4A42-8FD4-1976D3797EBD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782A84-D4BA-49CF-54B3-B47C76CCC8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0E90C2-A093-8DD0-F3B0-5BE3B6BD40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AA620F-8EAA-2A41-989B-5D17F99B44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5620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5DF3AA7-4DB7-AB18-E0D0-82F950CBE3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398" y="990225"/>
            <a:ext cx="11327204" cy="4877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4157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03B448E-A84A-86C5-FC38-2202F5D5EB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4943" y="117335"/>
            <a:ext cx="7562810" cy="6623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06812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E02B48-51C6-5E82-BCF8-8699F88DF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EA11A12-086D-857F-5644-96A56E40099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6583"/>
          <a:stretch>
            <a:fillRect/>
          </a:stretch>
        </p:blipFill>
        <p:spPr>
          <a:xfrm>
            <a:off x="5716254" y="117335"/>
            <a:ext cx="4039854" cy="662333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3959D45-AC91-59DA-C2DD-2D13892BEB6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7175"/>
          <a:stretch>
            <a:fillRect/>
          </a:stretch>
        </p:blipFill>
        <p:spPr>
          <a:xfrm>
            <a:off x="1491343" y="117335"/>
            <a:ext cx="3995057" cy="6623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7400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233376-988C-B37D-F3D5-EC185174C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753EEB3-F98A-944A-3D59-C4FA669DA5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34" y="860612"/>
            <a:ext cx="11816881" cy="5088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5703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9AA37D-A73B-BDB4-C37F-D242DCCD19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9E7B11A-BE83-02B9-01F5-0764B8C414C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2410" r="1036"/>
          <a:stretch>
            <a:fillRect/>
          </a:stretch>
        </p:blipFill>
        <p:spPr>
          <a:xfrm>
            <a:off x="5368834" y="-32657"/>
            <a:ext cx="3618411" cy="680688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E3F9E8F-DBE4-8813-7496-5759C8709E2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3301" r="236"/>
          <a:stretch>
            <a:fillRect/>
          </a:stretch>
        </p:blipFill>
        <p:spPr>
          <a:xfrm>
            <a:off x="1737359" y="46057"/>
            <a:ext cx="3513909" cy="6623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81502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350</TotalTime>
  <Words>0</Words>
  <Application>Microsoft Macintosh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dreiter@student.ubc.ca</dc:creator>
  <cp:lastModifiedBy>dreiter@student.ubc.ca</cp:lastModifiedBy>
  <cp:revision>1</cp:revision>
  <dcterms:created xsi:type="dcterms:W3CDTF">2026-10-21T20:01:54Z</dcterms:created>
  <dcterms:modified xsi:type="dcterms:W3CDTF">2026-10-22T01:52:16Z</dcterms:modified>
</cp:coreProperties>
</file>
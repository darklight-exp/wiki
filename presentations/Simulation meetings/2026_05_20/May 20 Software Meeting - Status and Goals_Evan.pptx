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77034-41A7-6C49-4591-1BEF8A592284}" v="474" dt="2026-05-19T20:50:46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3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022D999-D62D-E4D0-3BFC-3091EBDD9A22}"/>
              </a:ext>
            </a:extLst>
          </p:cNvPr>
          <p:cNvGrpSpPr/>
          <p:nvPr/>
        </p:nvGrpSpPr>
        <p:grpSpPr>
          <a:xfrm>
            <a:off x="1500432" y="911257"/>
            <a:ext cx="4597138" cy="3164476"/>
            <a:chOff x="1500432" y="911257"/>
            <a:chExt cx="4597138" cy="316447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678D85C-B275-8D5B-BC5B-71B81E0983ED}"/>
                </a:ext>
              </a:extLst>
            </p:cNvPr>
            <p:cNvSpPr txBox="1"/>
            <p:nvPr/>
          </p:nvSpPr>
          <p:spPr>
            <a:xfrm>
              <a:off x="2246721" y="911257"/>
              <a:ext cx="2743200" cy="1077218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 b="1">
                  <a:solidFill>
                    <a:srgbClr val="009FDF"/>
                  </a:solidFill>
                </a:rPr>
                <a:t>Currently working on...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D7A0A31-C40B-8F28-D874-58CB131CC008}"/>
                </a:ext>
              </a:extLst>
            </p:cNvPr>
            <p:cNvSpPr txBox="1"/>
            <p:nvPr/>
          </p:nvSpPr>
          <p:spPr>
            <a:xfrm>
              <a:off x="1500432" y="2136741"/>
              <a:ext cx="4597138" cy="19389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2400"/>
                <a:t>Reviewing  current and in progress analysis methods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2400"/>
                <a:t>Cataloging potential improvements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2400"/>
                <a:t>Software setup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1A81EE-C1AF-8D9F-D10E-B58E41AC9A8A}"/>
              </a:ext>
            </a:extLst>
          </p:cNvPr>
          <p:cNvGrpSpPr/>
          <p:nvPr/>
        </p:nvGrpSpPr>
        <p:grpSpPr>
          <a:xfrm>
            <a:off x="6260968" y="911257"/>
            <a:ext cx="4597138" cy="2795144"/>
            <a:chOff x="6260968" y="911257"/>
            <a:chExt cx="4597138" cy="27951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DDFA89-58FA-38A3-BF9E-0D555DCDA12D}"/>
                </a:ext>
              </a:extLst>
            </p:cNvPr>
            <p:cNvSpPr txBox="1"/>
            <p:nvPr/>
          </p:nvSpPr>
          <p:spPr>
            <a:xfrm>
              <a:off x="6865855" y="911257"/>
              <a:ext cx="3387365" cy="1077218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 b="1" dirty="0">
                  <a:solidFill>
                    <a:srgbClr val="009FDF"/>
                  </a:solidFill>
                </a:rPr>
                <a:t>In the next couple months...</a:t>
              </a:r>
              <a:endParaRPr lang="en-US" sz="32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AF3CDE-2E81-0FB7-10A1-77C9FBD93285}"/>
                </a:ext>
              </a:extLst>
            </p:cNvPr>
            <p:cNvSpPr txBox="1"/>
            <p:nvPr/>
          </p:nvSpPr>
          <p:spPr>
            <a:xfrm>
              <a:off x="6260968" y="2136741"/>
              <a:ext cx="4597138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2400"/>
                <a:t>Developing and testing analysis methods.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2400"/>
                <a:t>Implementing methods into Cooker.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9953</TotalTime>
  <Words>33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Laura Miller</cp:lastModifiedBy>
  <cp:revision>55</cp:revision>
  <dcterms:created xsi:type="dcterms:W3CDTF">2026-05-19T20:30:21Z</dcterms:created>
  <dcterms:modified xsi:type="dcterms:W3CDTF">2026-05-27T14:38:59Z</dcterms:modified>
</cp:coreProperties>
</file>
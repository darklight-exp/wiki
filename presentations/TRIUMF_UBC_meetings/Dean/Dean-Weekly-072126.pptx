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4"/>
  </p:sldMasterIdLst>
  <p:notesMasterIdLst>
    <p:notesMasterId r:id="rId8"/>
  </p:notesMasterIdLst>
  <p:sldIdLst>
    <p:sldId id="456" r:id="rId5"/>
    <p:sldId id="544" r:id="rId6"/>
    <p:sldId id="54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51BC"/>
    <a:srgbClr val="052355"/>
    <a:srgbClr val="061E47"/>
    <a:srgbClr val="ED8600"/>
    <a:srgbClr val="FFFFFF"/>
    <a:srgbClr val="00ADEE"/>
    <a:srgbClr val="0091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FCE489-BB86-1A4D-970A-BF46F74493F2}" v="5" dt="2026-07-21T20:31:11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98" autoAdjust="0"/>
    <p:restoredTop sz="96176" autoAdjust="0"/>
  </p:normalViewPr>
  <p:slideViewPr>
    <p:cSldViewPr snapToGrid="0">
      <p:cViewPr varScale="1">
        <p:scale>
          <a:sx n="160" d="100"/>
          <a:sy n="160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F0E12-32BA-40F4-A4F2-E9B27B434222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EFF3D-4C22-4CB7-A9B3-335346EDF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33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EFF3D-4C22-4CB7-A9B3-335346EDFAE7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52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AE896E-BC6E-5855-1D4B-4C1C863AA5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003" y="2933645"/>
            <a:ext cx="5439603" cy="99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696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itre 8"/>
          <p:cNvSpPr>
            <a:spLocks noGrp="1"/>
          </p:cNvSpPr>
          <p:nvPr>
            <p:ph type="title" hasCustomPrompt="1"/>
          </p:nvPr>
        </p:nvSpPr>
        <p:spPr>
          <a:xfrm>
            <a:off x="609600" y="6390879"/>
            <a:ext cx="10969139" cy="226402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>
            <a:lvl1pPr algn="ctr">
              <a:defRPr sz="1400">
                <a:latin typeface="Optima"/>
                <a:cs typeface="Optima"/>
              </a:defRPr>
            </a:lvl1pPr>
          </a:lstStyle>
          <a:p>
            <a:r>
              <a:rPr kumimoji="0" lang="fr-CH" dirty="0"/>
              <a:t>triumf.ca</a:t>
            </a:r>
            <a:endParaRPr kumimoji="0"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4EC45-008F-338B-E3AE-CA9C5F3BB6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367" y="2933645"/>
            <a:ext cx="5439603" cy="99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48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2BB573-A7F5-36AA-0F97-D9E61230E0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714" y="2901845"/>
            <a:ext cx="5788571" cy="105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30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itre 8"/>
          <p:cNvSpPr>
            <a:spLocks noGrp="1"/>
          </p:cNvSpPr>
          <p:nvPr>
            <p:ph type="title" hasCustomPrompt="1"/>
          </p:nvPr>
        </p:nvSpPr>
        <p:spPr>
          <a:xfrm>
            <a:off x="609600" y="6390879"/>
            <a:ext cx="10969139" cy="226402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>
            <a:lvl1pPr algn="ctr">
              <a:defRPr sz="1400">
                <a:latin typeface="Optima"/>
                <a:cs typeface="Optima"/>
              </a:defRPr>
            </a:lvl1pPr>
          </a:lstStyle>
          <a:p>
            <a:r>
              <a:rPr kumimoji="0" lang="fr-CH" dirty="0"/>
              <a:t>triumf.ca</a:t>
            </a:r>
            <a:endParaRPr kumimoji="0"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B27DF1-B73E-1B0D-57E3-50D1EA9BF7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714" y="2901845"/>
            <a:ext cx="5788571" cy="105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72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444815"/>
            <a:ext cx="10969139" cy="940443"/>
          </a:xfrm>
        </p:spPr>
        <p:txBody>
          <a:bodyPr/>
          <a:lstStyle>
            <a:lvl1pPr algn="l">
              <a:defRPr>
                <a:solidFill>
                  <a:srgbClr val="05235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11" name="Espace réservé du texte 2"/>
          <p:cNvSpPr>
            <a:spLocks noGrp="1"/>
          </p:cNvSpPr>
          <p:nvPr>
            <p:ph type="body" idx="10" hasCustomPrompt="1"/>
          </p:nvPr>
        </p:nvSpPr>
        <p:spPr>
          <a:xfrm>
            <a:off x="609600" y="3391125"/>
            <a:ext cx="3657600" cy="419653"/>
          </a:xfrm>
        </p:spPr>
        <p:txBody>
          <a:bodyPr lIns="45720" tIns="0" rIns="45720" bIns="0" anchor="b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dirty="0"/>
              <a:t>Edit Master text styles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EA6CAE1-9255-6F4B-EDB0-02159B313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3" y="134861"/>
            <a:ext cx="66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7FE84A20-3561-481C-B08E-8C16483B05C2}" type="slidenum">
              <a:rPr lang="en-GB" smtClean="0"/>
              <a:pPr/>
              <a:t>‹#›</a:t>
            </a:fld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279239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444815"/>
            <a:ext cx="10969139" cy="940443"/>
          </a:xfrm>
        </p:spPr>
        <p:txBody>
          <a:bodyPr/>
          <a:lstStyle>
            <a:lvl1pPr algn="l">
              <a:defRPr>
                <a:solidFill>
                  <a:srgbClr val="052355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11" name="Espace réservé du texte 2"/>
          <p:cNvSpPr>
            <a:spLocks noGrp="1"/>
          </p:cNvSpPr>
          <p:nvPr>
            <p:ph type="body" idx="10" hasCustomPrompt="1"/>
          </p:nvPr>
        </p:nvSpPr>
        <p:spPr>
          <a:xfrm>
            <a:off x="609600" y="3391125"/>
            <a:ext cx="3657600" cy="419653"/>
          </a:xfrm>
        </p:spPr>
        <p:txBody>
          <a:bodyPr lIns="45720" tIns="0" rIns="45720" bIns="0" anchor="b">
            <a:normAutofit/>
          </a:bodyPr>
          <a:lstStyle>
            <a:lvl1pPr marL="0" indent="0" algn="l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133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610C8-0DA1-AA48-BD69-07BC05316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3" y="134861"/>
            <a:ext cx="66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7FE84A20-3561-481C-B08E-8C16483B05C2}" type="slidenum">
              <a:rPr lang="en-GB" smtClean="0"/>
              <a:pPr/>
              <a:t>‹#›</a:t>
            </a:fld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59720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6240" y="-1"/>
            <a:ext cx="9415849" cy="679622"/>
          </a:xfrm>
        </p:spPr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876800" cy="4350384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689600" y="1600201"/>
            <a:ext cx="4876800" cy="4350385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E945DF7-9A81-4AFB-8EEE-6863E91C3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3" y="134861"/>
            <a:ext cx="66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7FE84A20-3561-481C-B08E-8C16483B05C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911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"/>
            <a:ext cx="10972800" cy="654908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09600" y="5101967"/>
            <a:ext cx="5386917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dirty="0"/>
              <a:t>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 hasCustomPrompt="1"/>
          </p:nvPr>
        </p:nvSpPr>
        <p:spPr>
          <a:xfrm>
            <a:off x="6193368" y="5101967"/>
            <a:ext cx="5389033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dirty="0"/>
              <a:t>Edit Master text styles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609600" y="1269778"/>
            <a:ext cx="5386917" cy="368665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1269778"/>
            <a:ext cx="5389033" cy="368665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C37889C-75CB-71DA-3DBF-DBE0DD2279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133" y="134861"/>
            <a:ext cx="66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7FE84A20-3561-481C-B08E-8C16483B05C2}" type="slidenum">
              <a:rPr lang="en-GB" smtClean="0"/>
              <a:pPr/>
              <a:t>‹#›</a:t>
            </a:fld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46009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5B8E388-1DAF-E3A6-C5DD-8209F27F1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3" y="134861"/>
            <a:ext cx="66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7FE84A20-3561-481C-B08E-8C16483B05C2}" type="slidenum">
              <a:rPr lang="en-GB" smtClean="0"/>
              <a:pPr/>
              <a:t>‹#›</a:t>
            </a:fld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751506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08976" y="1705709"/>
            <a:ext cx="4071824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bg1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745063" y="802197"/>
            <a:ext cx="6346019" cy="475951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408979" y="2998765"/>
            <a:ext cx="4071821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87BA12F-9D81-E082-60A1-7D750E6D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3" y="134861"/>
            <a:ext cx="66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7FE84A20-3561-481C-B08E-8C16483B05C2}" type="slidenum">
              <a:rPr lang="en-GB" smtClean="0"/>
              <a:pPr/>
              <a:t>‹#›</a:t>
            </a:fld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5573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itre 8"/>
          <p:cNvSpPr>
            <a:spLocks noGrp="1"/>
          </p:cNvSpPr>
          <p:nvPr>
            <p:ph type="title" hasCustomPrompt="1"/>
          </p:nvPr>
        </p:nvSpPr>
        <p:spPr>
          <a:xfrm>
            <a:off x="609600" y="6390879"/>
            <a:ext cx="10969139" cy="226402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>
            <a:lvl1pPr algn="ctr">
              <a:defRPr sz="1400">
                <a:latin typeface="Optima"/>
                <a:cs typeface="Optima"/>
              </a:defRPr>
            </a:lvl1pPr>
          </a:lstStyle>
          <a:p>
            <a:r>
              <a:rPr kumimoji="0" lang="fr-CH" dirty="0"/>
              <a:t>triumf.ca</a:t>
            </a:r>
            <a:endParaRPr kumimoji="0"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37BC92-5CD1-8352-3E64-D4C0A10F3C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367" y="2933645"/>
            <a:ext cx="5439603" cy="99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83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8880-79AC-2CF1-2B49-A872A91AD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rgbClr val="05235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7475F-6413-F853-FF8A-13E4B9043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A44BC-EEB3-F015-23E1-AFCFCAAA06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3" y="134861"/>
            <a:ext cx="66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7FE84A20-3561-481C-B08E-8C16483B05C2}" type="slidenum">
              <a:rPr lang="en-GB" smtClean="0"/>
              <a:pPr/>
              <a:t>‹#›</a:t>
            </a:fld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1489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FB4AE5-DD86-4FDA-E3DD-129C5B09A71F}"/>
              </a:ext>
            </a:extLst>
          </p:cNvPr>
          <p:cNvSpPr/>
          <p:nvPr userDrawn="1"/>
        </p:nvSpPr>
        <p:spPr>
          <a:xfrm>
            <a:off x="0" y="-18624"/>
            <a:ext cx="12192000" cy="672094"/>
          </a:xfrm>
          <a:prstGeom prst="rect">
            <a:avLst/>
          </a:prstGeom>
          <a:solidFill>
            <a:srgbClr val="052355"/>
          </a:solidFill>
          <a:ln>
            <a:solidFill>
              <a:srgbClr val="052355"/>
            </a:solidFill>
          </a:ln>
          <a:effectLst>
            <a:glow>
              <a:schemeClr val="accent1">
                <a:tint val="30000"/>
                <a:shade val="95000"/>
                <a:satMod val="300000"/>
                <a:alpha val="50000"/>
              </a:scheme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170302" y="0"/>
            <a:ext cx="10969139" cy="672094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fr-CH" dirty="0"/>
              <a:t>Cliquez et modifiez le titre</a:t>
            </a:r>
            <a:endParaRPr kumimoji="0" lang="en-US" dirty="0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609600" y="950149"/>
            <a:ext cx="10969139" cy="5042879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CH" dirty="0"/>
              <a:t>Cliquez pour modifier les styles du texte du masque</a:t>
            </a:r>
          </a:p>
          <a:p>
            <a:pPr lvl="1" eaLnBrk="1" latinLnBrk="0" hangingPunct="1"/>
            <a:r>
              <a:rPr kumimoji="0" lang="fr-CH" dirty="0"/>
              <a:t>Deuxième niveau</a:t>
            </a:r>
          </a:p>
          <a:p>
            <a:pPr lvl="2" eaLnBrk="1" latinLnBrk="0" hangingPunct="1"/>
            <a:r>
              <a:rPr kumimoji="0" lang="fr-CH" dirty="0"/>
              <a:t>Troisième niveau</a:t>
            </a:r>
          </a:p>
          <a:p>
            <a:pPr lvl="3" eaLnBrk="1" latinLnBrk="0" hangingPunct="1"/>
            <a:r>
              <a:rPr kumimoji="0" lang="fr-CH" dirty="0"/>
              <a:t>Quatrième niveau</a:t>
            </a:r>
          </a:p>
          <a:p>
            <a:pPr lvl="4" eaLnBrk="1" latinLnBrk="0" hangingPunct="1"/>
            <a:r>
              <a:rPr kumimoji="0" lang="fr-CH" dirty="0"/>
              <a:t>Cinquième niveau</a:t>
            </a:r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353133" y="134861"/>
            <a:ext cx="6685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</a:lstStyle>
          <a:p>
            <a:fld id="{7FE84A20-3561-481C-B08E-8C16483B05C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164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2" r:id="rId11"/>
    <p:sldLayoutId id="2147483673" r:id="rId12"/>
    <p:sldLayoutId id="2147483674" r:id="rId1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93776" indent="-457200" algn="l" rtl="0" eaLnBrk="1" latinLnBrk="0" hangingPunct="1">
        <a:spcBef>
          <a:spcPct val="20000"/>
        </a:spcBef>
        <a:buClr>
          <a:srgbClr val="052355"/>
        </a:buClr>
        <a:buSzPct val="80000"/>
        <a:buFont typeface="Arial"/>
        <a:buChar char="•"/>
        <a:defRPr kumimoji="0" sz="2400" kern="1200">
          <a:solidFill>
            <a:srgbClr val="05235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05256" indent="-457200" algn="l" rtl="0" eaLnBrk="1" latinLnBrk="0" hangingPunct="1">
        <a:spcBef>
          <a:spcPct val="20000"/>
        </a:spcBef>
        <a:buClr>
          <a:srgbClr val="052355"/>
        </a:buClr>
        <a:buSzPct val="90000"/>
        <a:buFont typeface="Arial"/>
        <a:buChar char="•"/>
        <a:defRPr kumimoji="0" sz="2400" kern="1200">
          <a:solidFill>
            <a:srgbClr val="05235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92708" indent="-342900" algn="l" rtl="0" eaLnBrk="1" latinLnBrk="0" hangingPunct="1">
        <a:spcBef>
          <a:spcPct val="20000"/>
        </a:spcBef>
        <a:buClr>
          <a:srgbClr val="052355"/>
        </a:buClr>
        <a:buSzPct val="85000"/>
        <a:buFont typeface="Arial"/>
        <a:buChar char="•"/>
        <a:defRPr kumimoji="0" sz="2000" kern="1200">
          <a:solidFill>
            <a:srgbClr val="05235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85316" indent="-342900" algn="l" rtl="0" eaLnBrk="1" latinLnBrk="0" hangingPunct="1">
        <a:spcBef>
          <a:spcPct val="20000"/>
        </a:spcBef>
        <a:buClr>
          <a:srgbClr val="052355"/>
        </a:buClr>
        <a:buSzPct val="90000"/>
        <a:buFont typeface="Arial"/>
        <a:buChar char="•"/>
        <a:defRPr kumimoji="0" sz="2000" kern="1200">
          <a:solidFill>
            <a:srgbClr val="05235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650492" indent="-342900" algn="l" rtl="0" eaLnBrk="1" latinLnBrk="0" hangingPunct="1">
        <a:spcBef>
          <a:spcPct val="20000"/>
        </a:spcBef>
        <a:buClr>
          <a:srgbClr val="052355"/>
        </a:buClr>
        <a:buSzPct val="100000"/>
        <a:buFont typeface="Arial"/>
        <a:buChar char="•"/>
        <a:defRPr kumimoji="0" sz="2000" kern="1200">
          <a:solidFill>
            <a:srgbClr val="05235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3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87912-8282-C393-C461-E839C5544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263064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Weekly Report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3600" b="0" dirty="0">
                <a:solidFill>
                  <a:schemeClr val="bg1"/>
                </a:solidFill>
              </a:rPr>
              <a:t>Clustering Algorithm Work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90B98-4055-2E18-58F7-223CD6C6E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21139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Dean Reiter</a:t>
            </a:r>
          </a:p>
          <a:p>
            <a:r>
              <a:rPr lang="en-US" dirty="0">
                <a:solidFill>
                  <a:schemeClr val="bg1"/>
                </a:solidFill>
              </a:rPr>
              <a:t>TRIUMF </a:t>
            </a:r>
            <a:r>
              <a:rPr lang="en-US" dirty="0" err="1">
                <a:solidFill>
                  <a:schemeClr val="bg1"/>
                </a:solidFill>
              </a:rPr>
              <a:t>DarkLight</a:t>
            </a:r>
            <a:r>
              <a:rPr lang="en-US" dirty="0">
                <a:solidFill>
                  <a:schemeClr val="bg1"/>
                </a:solidFill>
              </a:rPr>
              <a:t> Group Meeting</a:t>
            </a:r>
          </a:p>
          <a:p>
            <a:r>
              <a:rPr lang="en-US" dirty="0">
                <a:solidFill>
                  <a:schemeClr val="bg1"/>
                </a:solidFill>
              </a:rPr>
              <a:t>July 21,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530A9-E0C8-7171-C8E6-70F241E68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E84A20-3561-481C-B08E-8C16483B05C2}" type="slidenum">
              <a:rPr lang="en-GB" sz="1600" smtClean="0">
                <a:solidFill>
                  <a:srgbClr val="052355"/>
                </a:solidFill>
              </a:rPr>
              <a:pPr/>
              <a:t>0</a:t>
            </a:fld>
            <a:endParaRPr lang="en-GB" sz="1600" b="1" dirty="0">
              <a:solidFill>
                <a:srgbClr val="0523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402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C2397-0422-BCBC-A4B2-64D6794C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on implementing new calculations into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DE640-A628-1236-1616-F7037D8B0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6576" indent="0">
              <a:buNone/>
            </a:pPr>
            <a:r>
              <a:rPr lang="en-US" dirty="0"/>
              <a:t>Done</a:t>
            </a:r>
          </a:p>
          <a:p>
            <a:r>
              <a:rPr lang="en-US" dirty="0"/>
              <a:t>Code runtime (per function)</a:t>
            </a:r>
          </a:p>
          <a:p>
            <a:r>
              <a:rPr lang="en-US" dirty="0"/>
              <a:t>Cluster amplitude</a:t>
            </a:r>
          </a:p>
          <a:p>
            <a:r>
              <a:rPr lang="en-US" dirty="0"/>
              <a:t>Cluster signal-to-noise ratio</a:t>
            </a:r>
          </a:p>
          <a:p>
            <a:pPr lvl="1"/>
            <a:r>
              <a:rPr lang="en-US" dirty="0"/>
              <a:t>SNR </a:t>
            </a:r>
            <a:r>
              <a:rPr lang="en-US"/>
              <a:t>= amplitude / 4 * sigma</a:t>
            </a:r>
            <a:endParaRPr lang="en-US" dirty="0"/>
          </a:p>
          <a:p>
            <a:r>
              <a:rPr lang="en-US" dirty="0"/>
              <a:t>Cluster matching efficiency </a:t>
            </a:r>
          </a:p>
          <a:p>
            <a:r>
              <a:rPr lang="en-US" dirty="0"/>
              <a:t>Gem-track matching efficiency </a:t>
            </a:r>
          </a:p>
          <a:p>
            <a:r>
              <a:rPr lang="en-US" dirty="0"/>
              <a:t>Trigger hit matching efficiency </a:t>
            </a:r>
          </a:p>
          <a:p>
            <a:pPr marL="36576" indent="0">
              <a:buNone/>
            </a:pPr>
            <a:endParaRPr lang="en-US" dirty="0"/>
          </a:p>
          <a:p>
            <a:pPr marL="36576" indent="0">
              <a:buNone/>
            </a:pPr>
            <a:r>
              <a:rPr lang="en-US" dirty="0"/>
              <a:t>Working on</a:t>
            </a:r>
          </a:p>
          <a:p>
            <a:r>
              <a:rPr lang="en-US" dirty="0"/>
              <a:t>Cluster width (full width half maximum, sigma)</a:t>
            </a:r>
          </a:p>
          <a:p>
            <a:pPr marL="36576" indent="0">
              <a:buNone/>
            </a:pPr>
            <a:endParaRPr lang="en-US" dirty="0"/>
          </a:p>
          <a:p>
            <a:pPr marL="36576" indent="0">
              <a:buNone/>
            </a:pPr>
            <a:r>
              <a:rPr lang="en-US" dirty="0"/>
              <a:t>To do</a:t>
            </a:r>
          </a:p>
          <a:p>
            <a:r>
              <a:rPr lang="en-US" dirty="0"/>
              <a:t>Cluster gaussian fit chi-squared</a:t>
            </a:r>
          </a:p>
          <a:p>
            <a:r>
              <a:rPr lang="en-US" dirty="0"/>
              <a:t>Amplitude, width – for each time sample</a:t>
            </a:r>
          </a:p>
          <a:p>
            <a:r>
              <a:rPr lang="en-US" dirty="0"/>
              <a:t>Amplitude, width – time averaged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FF0A3-5C77-B53B-0BB2-3BDD011C3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E84A20-3561-481C-B08E-8C16483B05C2}" type="slidenum">
              <a:rPr lang="en-GB" smtClean="0"/>
              <a:pPr/>
              <a:t>1</a:t>
            </a:fld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191249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04E33-EE6D-D73E-3885-4D6AB5794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0A36-47C7-677F-5AFD-2BAB01C7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435B6-3802-529A-ED1E-2FAF43B01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Code work</a:t>
            </a:r>
          </a:p>
          <a:p>
            <a:pPr lvl="1"/>
            <a:r>
              <a:rPr lang="en-US" dirty="0"/>
              <a:t>Fix remaining bugs in new code</a:t>
            </a:r>
          </a:p>
          <a:p>
            <a:pPr lvl="1"/>
            <a:r>
              <a:rPr lang="en-US" dirty="0"/>
              <a:t>Maybe add additional cluster variables or performance metrics</a:t>
            </a:r>
          </a:p>
          <a:p>
            <a:r>
              <a:rPr lang="en-US" dirty="0"/>
              <a:t>Study with cosmic and beam runs</a:t>
            </a:r>
          </a:p>
          <a:p>
            <a:pPr lvl="1"/>
            <a:r>
              <a:rPr lang="en-US" dirty="0"/>
              <a:t>Test current iteration of code</a:t>
            </a:r>
          </a:p>
          <a:p>
            <a:pPr lvl="1"/>
            <a:r>
              <a:rPr lang="en-US" dirty="0"/>
              <a:t>Test it after adding </a:t>
            </a:r>
            <a:r>
              <a:rPr lang="en-US" dirty="0" err="1"/>
              <a:t>evans</a:t>
            </a:r>
            <a:r>
              <a:rPr lang="en-US" dirty="0"/>
              <a:t> code</a:t>
            </a:r>
          </a:p>
          <a:p>
            <a:pPr lvl="1"/>
            <a:r>
              <a:rPr lang="en-US" dirty="0"/>
              <a:t>Analyze cluster signals </a:t>
            </a:r>
          </a:p>
          <a:p>
            <a:pPr lvl="2"/>
            <a:r>
              <a:rPr lang="en-US" dirty="0"/>
              <a:t>Look at specific examples good clusters, examples where algorithm fails</a:t>
            </a:r>
          </a:p>
          <a:p>
            <a:pPr lvl="1"/>
            <a:r>
              <a:rPr lang="en-US" dirty="0"/>
              <a:t>Test different thresholds</a:t>
            </a:r>
          </a:p>
          <a:p>
            <a:pPr lvl="1"/>
            <a:r>
              <a:rPr lang="en-US" dirty="0"/>
              <a:t>Write and test other clustering algorithms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36576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2AEF7-AE32-9214-DD6F-4B2E18DC7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E84A20-3561-481C-B08E-8C16483B05C2}" type="slidenum">
              <a:rPr lang="en-GB" smtClean="0"/>
              <a:pPr/>
              <a:t>2</a:t>
            </a:fld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915681716"/>
      </p:ext>
    </p:extLst>
  </p:cSld>
  <p:clrMapOvr>
    <a:masterClrMapping/>
  </p:clrMapOvr>
</p:sld>
</file>

<file path=ppt/theme/theme1.xml><?xml version="1.0" encoding="utf-8"?>
<a:theme xmlns:a="http://schemas.openxmlformats.org/drawingml/2006/main" name="CERN ATLAS">
  <a:themeElements>
    <a:clrScheme name="CERN 1">
      <a:dk1>
        <a:srgbClr val="0055A0"/>
      </a:dk1>
      <a:lt1>
        <a:sysClr val="window" lastClr="FFFFFF"/>
      </a:lt1>
      <a:dk2>
        <a:srgbClr val="0055A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ERN" id="{7325B78C-61B3-472B-AF65-41737C4BEAFC}" vid="{68D69084-9033-4C9D-AC96-C1D8BE4BCC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BDE51BBBD88240958B30FBFE4FF3B2" ma:contentTypeVersion="13" ma:contentTypeDescription="Create a new document." ma:contentTypeScope="" ma:versionID="d46a11629b5c8ba2b0b4cc88e58d3a0d">
  <xsd:schema xmlns:xsd="http://www.w3.org/2001/XMLSchema" xmlns:xs="http://www.w3.org/2001/XMLSchema" xmlns:p="http://schemas.microsoft.com/office/2006/metadata/properties" xmlns:ns3="29350fd9-4153-4ef4-9291-5bc4100f7f88" targetNamespace="http://schemas.microsoft.com/office/2006/metadata/properties" ma:root="true" ma:fieldsID="a1fc9492ac88d680a756db73f66aa897" ns3:_="">
    <xsd:import namespace="29350fd9-4153-4ef4-9291-5bc4100f7f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350fd9-4153-4ef4-9291-5bc4100f7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3CD21D-23CF-4D7C-B71C-0A5BB9F858D4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dcmitype/"/>
    <ds:schemaRef ds:uri="http://purl.org/dc/terms/"/>
    <ds:schemaRef ds:uri="http://purl.org/dc/elements/1.1/"/>
    <ds:schemaRef ds:uri="http://schemas.openxmlformats.org/package/2006/metadata/core-properties"/>
    <ds:schemaRef ds:uri="29350fd9-4153-4ef4-9291-5bc4100f7f88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0C551FF-AFC8-4D1E-8DC0-5873DDCE04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BC28AD-C27B-40D2-948F-AA11B9CC84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350fd9-4153-4ef4-9291-5bc4100f7f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18662</TotalTime>
  <Words>146</Words>
  <Application>Microsoft Macintosh PowerPoint</Application>
  <PresentationFormat>Widescreen</PresentationFormat>
  <Paragraphs>41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Optima</vt:lpstr>
      <vt:lpstr>CERN ATLAS</vt:lpstr>
      <vt:lpstr>Weekly Report Clustering Algorithm Work</vt:lpstr>
      <vt:lpstr>Progress on implementing new calculations into code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Dean Reiter</dc:creator>
  <cp:lastModifiedBy>dreiter@student.ubc.ca</cp:lastModifiedBy>
  <cp:revision>87</cp:revision>
  <dcterms:created xsi:type="dcterms:W3CDTF">2024-02-15T14:09:59Z</dcterms:created>
  <dcterms:modified xsi:type="dcterms:W3CDTF">2026-07-21T20:36:55Z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0x010100B8BDE51BBBD88240958B30FBFE4FF3B2</vt:lpwstr>
  </property>
</Properties>
</file>
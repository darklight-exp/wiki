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5"/>
  </p:notesMasterIdLst>
  <p:sldIdLst>
    <p:sldId id="344" r:id="rId2"/>
    <p:sldId id="345" r:id="rId3"/>
    <p:sldId id="346" r:id="rId4"/>
    <p:sldId id="347" r:id="rId5"/>
    <p:sldId id="348" r:id="rId6"/>
    <p:sldId id="349" r:id="rId7"/>
    <p:sldId id="351" r:id="rId8"/>
    <p:sldId id="356" r:id="rId9"/>
    <p:sldId id="350" r:id="rId10"/>
    <p:sldId id="352" r:id="rId11"/>
    <p:sldId id="353" r:id="rId12"/>
    <p:sldId id="354" r:id="rId13"/>
    <p:sldId id="35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70D"/>
    <a:srgbClr val="D34817"/>
    <a:srgbClr val="F7E9E7"/>
    <a:srgbClr val="05101D"/>
    <a:srgbClr val="081B32"/>
    <a:srgbClr val="010306"/>
    <a:srgbClr val="010409"/>
    <a:srgbClr val="01040A"/>
    <a:srgbClr val="02050D"/>
    <a:srgbClr val="02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BAAD08-45AB-420D-B2F1-29FBCB47752A}" v="46" dt="2026-03-03T21:03:54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1" autoAdjust="0"/>
    <p:restoredTop sz="87211" autoAdjust="0"/>
  </p:normalViewPr>
  <p:slideViewPr>
    <p:cSldViewPr snapToGrid="0">
      <p:cViewPr varScale="1">
        <p:scale>
          <a:sx n="88" d="100"/>
          <a:sy n="88" d="100"/>
        </p:scale>
        <p:origin x="55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81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eiter@student.ubc.ca" userId="2723d029-c593-4124-bf7a-2fd48a1301b7" providerId="ADAL" clId="{65C8E3DC-54E9-4CBD-81C9-3F5A342026A2}"/>
    <pc:docChg chg="undo redo custSel addSld delSld modSld sldOrd modMainMaster modNotesMaster">
      <pc:chgData name="dreiter@student.ubc.ca" userId="2723d029-c593-4124-bf7a-2fd48a1301b7" providerId="ADAL" clId="{65C8E3DC-54E9-4CBD-81C9-3F5A342026A2}" dt="2026-03-03T21:07:31.180" v="51824" actId="5793"/>
      <pc:docMkLst>
        <pc:docMk/>
      </pc:docMkLst>
      <pc:sldChg chg="addSp delSp modSp del mod setBg addAnim modAnim setClrOvrMap">
        <pc:chgData name="dreiter@student.ubc.ca" userId="2723d029-c593-4124-bf7a-2fd48a1301b7" providerId="ADAL" clId="{65C8E3DC-54E9-4CBD-81C9-3F5A342026A2}" dt="2026-03-03T20:29:10.926" v="49169" actId="47"/>
        <pc:sldMkLst>
          <pc:docMk/>
          <pc:sldMk cId="576719883" sldId="256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1344051128" sldId="260"/>
        </pc:sldMkLst>
      </pc:sldChg>
      <pc:sldChg chg="addSp delSp modSp new del mod ord">
        <pc:chgData name="dreiter@student.ubc.ca" userId="2723d029-c593-4124-bf7a-2fd48a1301b7" providerId="ADAL" clId="{65C8E3DC-54E9-4CBD-81C9-3F5A342026A2}" dt="2026-03-03T20:29:12.336" v="49175" actId="47"/>
        <pc:sldMkLst>
          <pc:docMk/>
          <pc:sldMk cId="1454932890" sldId="261"/>
        </pc:sldMkLst>
      </pc:sldChg>
      <pc:sldChg chg="del">
        <pc:chgData name="dreiter@student.ubc.ca" userId="2723d029-c593-4124-bf7a-2fd48a1301b7" providerId="ADAL" clId="{65C8E3DC-54E9-4CBD-81C9-3F5A342026A2}" dt="2026-03-03T20:29:14.035" v="49186" actId="47"/>
        <pc:sldMkLst>
          <pc:docMk/>
          <pc:sldMk cId="1352651477" sldId="265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2787910154" sldId="267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834999409" sldId="269"/>
        </pc:sldMkLst>
      </pc:sldChg>
      <pc:sldChg chg="addSp delSp modSp new del mod">
        <pc:chgData name="dreiter@student.ubc.ca" userId="2723d029-c593-4124-bf7a-2fd48a1301b7" providerId="ADAL" clId="{65C8E3DC-54E9-4CBD-81C9-3F5A342026A2}" dt="2026-03-03T20:29:12.178" v="49174" actId="47"/>
        <pc:sldMkLst>
          <pc:docMk/>
          <pc:sldMk cId="3665049663" sldId="273"/>
        </pc:sldMkLst>
      </pc:sldChg>
      <pc:sldChg chg="addSp delSp modSp new del mod modNotesTx">
        <pc:chgData name="dreiter@student.ubc.ca" userId="2723d029-c593-4124-bf7a-2fd48a1301b7" providerId="ADAL" clId="{65C8E3DC-54E9-4CBD-81C9-3F5A342026A2}" dt="2026-03-03T20:29:12.736" v="49178" actId="47"/>
        <pc:sldMkLst>
          <pc:docMk/>
          <pc:sldMk cId="1967557850" sldId="277"/>
        </pc:sldMkLst>
      </pc:sldChg>
      <pc:sldChg chg="addSp delSp modSp new add del mod ord">
        <pc:chgData name="dreiter@student.ubc.ca" userId="2723d029-c593-4124-bf7a-2fd48a1301b7" providerId="ADAL" clId="{65C8E3DC-54E9-4CBD-81C9-3F5A342026A2}" dt="2026-03-03T20:29:12.466" v="49176" actId="47"/>
        <pc:sldMkLst>
          <pc:docMk/>
          <pc:sldMk cId="1907498244" sldId="281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2925440077" sldId="282"/>
        </pc:sldMkLst>
      </pc:sldChg>
      <pc:sldChg chg="del">
        <pc:chgData name="dreiter@student.ubc.ca" userId="2723d029-c593-4124-bf7a-2fd48a1301b7" providerId="ADAL" clId="{65C8E3DC-54E9-4CBD-81C9-3F5A342026A2}" dt="2026-03-03T20:29:13.705" v="49184" actId="47"/>
        <pc:sldMkLst>
          <pc:docMk/>
          <pc:sldMk cId="1566737883" sldId="283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804120852" sldId="285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3777567629" sldId="287"/>
        </pc:sldMkLst>
      </pc:sldChg>
      <pc:sldChg chg="del">
        <pc:chgData name="dreiter@student.ubc.ca" userId="2723d029-c593-4124-bf7a-2fd48a1301b7" providerId="ADAL" clId="{65C8E3DC-54E9-4CBD-81C9-3F5A342026A2}" dt="2026-03-03T20:29:13.874" v="49185" actId="47"/>
        <pc:sldMkLst>
          <pc:docMk/>
          <pc:sldMk cId="1781630465" sldId="289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1157143950" sldId="293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965022497" sldId="295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1819324609" sldId="296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304048715" sldId="297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2276155915" sldId="298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507200266" sldId="300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3923534933" sldId="302"/>
        </pc:sldMkLst>
      </pc:sldChg>
      <pc:sldChg chg="del">
        <pc:chgData name="dreiter@student.ubc.ca" userId="2723d029-c593-4124-bf7a-2fd48a1301b7" providerId="ADAL" clId="{65C8E3DC-54E9-4CBD-81C9-3F5A342026A2}" dt="2026-03-03T20:29:13.512" v="49183" actId="47"/>
        <pc:sldMkLst>
          <pc:docMk/>
          <pc:sldMk cId="3087987877" sldId="303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959795853" sldId="304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1542238664" sldId="306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3184013501" sldId="307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3503245035" sldId="309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1791149624" sldId="313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1698676850" sldId="315"/>
        </pc:sldMkLst>
      </pc:sldChg>
      <pc:sldChg chg="addSp delSp modSp add del mod ord modNotesTx">
        <pc:chgData name="dreiter@student.ubc.ca" userId="2723d029-c593-4124-bf7a-2fd48a1301b7" providerId="ADAL" clId="{65C8E3DC-54E9-4CBD-81C9-3F5A342026A2}" dt="2026-03-03T20:29:11.111" v="49170" actId="47"/>
        <pc:sldMkLst>
          <pc:docMk/>
          <pc:sldMk cId="503270420" sldId="325"/>
        </pc:sldMkLst>
      </pc:sldChg>
      <pc:sldChg chg="addSp delSp modSp add del mod ord">
        <pc:chgData name="dreiter@student.ubc.ca" userId="2723d029-c593-4124-bf7a-2fd48a1301b7" providerId="ADAL" clId="{65C8E3DC-54E9-4CBD-81C9-3F5A342026A2}" dt="2026-03-03T20:29:11.899" v="49172" actId="47"/>
        <pc:sldMkLst>
          <pc:docMk/>
          <pc:sldMk cId="3529899126" sldId="328"/>
        </pc:sldMkLst>
      </pc:sldChg>
      <pc:sldChg chg="addSp delSp modSp add del mod ord">
        <pc:chgData name="dreiter@student.ubc.ca" userId="2723d029-c593-4124-bf7a-2fd48a1301b7" providerId="ADAL" clId="{65C8E3DC-54E9-4CBD-81C9-3F5A342026A2}" dt="2026-03-03T20:29:11.771" v="49171" actId="47"/>
        <pc:sldMkLst>
          <pc:docMk/>
          <pc:sldMk cId="1766972508" sldId="329"/>
        </pc:sldMkLst>
      </pc:sldChg>
      <pc:sldChg chg="addSp delSp modSp add del mod">
        <pc:chgData name="dreiter@student.ubc.ca" userId="2723d029-c593-4124-bf7a-2fd48a1301b7" providerId="ADAL" clId="{65C8E3DC-54E9-4CBD-81C9-3F5A342026A2}" dt="2026-03-03T20:29:12.076" v="49173" actId="47"/>
        <pc:sldMkLst>
          <pc:docMk/>
          <pc:sldMk cId="3273593786" sldId="330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2553544939" sldId="331"/>
        </pc:sldMkLst>
      </pc:sldChg>
      <pc:sldChg chg="addSp delSp modSp add del mod">
        <pc:chgData name="dreiter@student.ubc.ca" userId="2723d029-c593-4124-bf7a-2fd48a1301b7" providerId="ADAL" clId="{65C8E3DC-54E9-4CBD-81C9-3F5A342026A2}" dt="2026-03-03T20:29:12.585" v="49177" actId="47"/>
        <pc:sldMkLst>
          <pc:docMk/>
          <pc:sldMk cId="2329728893" sldId="333"/>
        </pc:sldMkLst>
      </pc:sldChg>
      <pc:sldChg chg="del">
        <pc:chgData name="dreiter@student.ubc.ca" userId="2723d029-c593-4124-bf7a-2fd48a1301b7" providerId="ADAL" clId="{65C8E3DC-54E9-4CBD-81C9-3F5A342026A2}" dt="2026-03-03T20:29:12.879" v="49179" actId="47"/>
        <pc:sldMkLst>
          <pc:docMk/>
          <pc:sldMk cId="1068905855" sldId="335"/>
        </pc:sldMkLst>
      </pc:sldChg>
      <pc:sldChg chg="del">
        <pc:chgData name="dreiter@student.ubc.ca" userId="2723d029-c593-4124-bf7a-2fd48a1301b7" providerId="ADAL" clId="{65C8E3DC-54E9-4CBD-81C9-3F5A342026A2}" dt="2026-03-03T20:29:13.063" v="49180" actId="47"/>
        <pc:sldMkLst>
          <pc:docMk/>
          <pc:sldMk cId="4248126623" sldId="336"/>
        </pc:sldMkLst>
      </pc:sldChg>
      <pc:sldChg chg="del">
        <pc:chgData name="dreiter@student.ubc.ca" userId="2723d029-c593-4124-bf7a-2fd48a1301b7" providerId="ADAL" clId="{65C8E3DC-54E9-4CBD-81C9-3F5A342026A2}" dt="2026-03-03T20:29:13.195" v="49181" actId="47"/>
        <pc:sldMkLst>
          <pc:docMk/>
          <pc:sldMk cId="1523706479" sldId="337"/>
        </pc:sldMkLst>
      </pc:sldChg>
      <pc:sldChg chg="del">
        <pc:chgData name="dreiter@student.ubc.ca" userId="2723d029-c593-4124-bf7a-2fd48a1301b7" providerId="ADAL" clId="{65C8E3DC-54E9-4CBD-81C9-3F5A342026A2}" dt="2026-03-03T20:29:13.348" v="49182" actId="47"/>
        <pc:sldMkLst>
          <pc:docMk/>
          <pc:sldMk cId="2074559758" sldId="338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1072945009" sldId="339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1139493178" sldId="340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690461472" sldId="341"/>
        </pc:sldMkLst>
      </pc:sldChg>
      <pc:sldChg chg="del">
        <pc:chgData name="dreiter@student.ubc.ca" userId="2723d029-c593-4124-bf7a-2fd48a1301b7" providerId="ADAL" clId="{65C8E3DC-54E9-4CBD-81C9-3F5A342026A2}" dt="2026-03-03T20:29:28.543" v="49192" actId="47"/>
        <pc:sldMkLst>
          <pc:docMk/>
          <pc:sldMk cId="1389192942" sldId="342"/>
        </pc:sldMkLst>
      </pc:sldChg>
      <pc:sldChg chg="new del ord">
        <pc:chgData name="dreiter@student.ubc.ca" userId="2723d029-c593-4124-bf7a-2fd48a1301b7" providerId="ADAL" clId="{65C8E3DC-54E9-4CBD-81C9-3F5A342026A2}" dt="2026-03-03T20:29:22.077" v="49191" actId="47"/>
        <pc:sldMkLst>
          <pc:docMk/>
          <pc:sldMk cId="2276680993" sldId="343"/>
        </pc:sldMkLst>
      </pc:sldChg>
      <pc:sldChg chg="addSp delSp modSp new mod">
        <pc:chgData name="dreiter@student.ubc.ca" userId="2723d029-c593-4124-bf7a-2fd48a1301b7" providerId="ADAL" clId="{65C8E3DC-54E9-4CBD-81C9-3F5A342026A2}" dt="2026-03-03T20:38:38.657" v="50004" actId="20577"/>
        <pc:sldMkLst>
          <pc:docMk/>
          <pc:sldMk cId="3172283691" sldId="344"/>
        </pc:sldMkLst>
        <pc:spChg chg="mod">
          <ac:chgData name="dreiter@student.ubc.ca" userId="2723d029-c593-4124-bf7a-2fd48a1301b7" providerId="ADAL" clId="{65C8E3DC-54E9-4CBD-81C9-3F5A342026A2}" dt="2026-03-03T20:38:38.657" v="50004" actId="20577"/>
          <ac:spMkLst>
            <pc:docMk/>
            <pc:sldMk cId="3172283691" sldId="344"/>
            <ac:spMk id="2" creationId="{EAF70558-AEE3-19E6-9F27-303DA90B9472}"/>
          </ac:spMkLst>
        </pc:spChg>
        <pc:spChg chg="del mod">
          <ac:chgData name="dreiter@student.ubc.ca" userId="2723d029-c593-4124-bf7a-2fd48a1301b7" providerId="ADAL" clId="{65C8E3DC-54E9-4CBD-81C9-3F5A342026A2}" dt="2026-03-03T20:29:52.007" v="49231" actId="478"/>
          <ac:spMkLst>
            <pc:docMk/>
            <pc:sldMk cId="3172283691" sldId="344"/>
            <ac:spMk id="3" creationId="{761CCEC2-DBEE-EE99-D524-BECB0DCF5BA3}"/>
          </ac:spMkLst>
        </pc:spChg>
        <pc:spChg chg="add mod">
          <ac:chgData name="dreiter@student.ubc.ca" userId="2723d029-c593-4124-bf7a-2fd48a1301b7" providerId="ADAL" clId="{65C8E3DC-54E9-4CBD-81C9-3F5A342026A2}" dt="2026-03-03T20:30:42.596" v="49286" actId="1076"/>
          <ac:spMkLst>
            <pc:docMk/>
            <pc:sldMk cId="3172283691" sldId="344"/>
            <ac:spMk id="4" creationId="{955DFB7B-DC1A-B773-7514-6758D46304F5}"/>
          </ac:spMkLst>
        </pc:spChg>
      </pc:sldChg>
      <pc:sldChg chg="addSp delSp modSp new mod">
        <pc:chgData name="dreiter@student.ubc.ca" userId="2723d029-c593-4124-bf7a-2fd48a1301b7" providerId="ADAL" clId="{65C8E3DC-54E9-4CBD-81C9-3F5A342026A2}" dt="2026-03-03T20:32:21.021" v="49303" actId="1076"/>
        <pc:sldMkLst>
          <pc:docMk/>
          <pc:sldMk cId="2635581070" sldId="345"/>
        </pc:sldMkLst>
        <pc:spChg chg="mod">
          <ac:chgData name="dreiter@student.ubc.ca" userId="2723d029-c593-4124-bf7a-2fd48a1301b7" providerId="ADAL" clId="{65C8E3DC-54E9-4CBD-81C9-3F5A342026A2}" dt="2026-03-03T20:30:55.178" v="49296" actId="20577"/>
          <ac:spMkLst>
            <pc:docMk/>
            <pc:sldMk cId="2635581070" sldId="345"/>
            <ac:spMk id="2" creationId="{D122E183-5B59-0C65-B074-698806F641F3}"/>
          </ac:spMkLst>
        </pc:spChg>
        <pc:spChg chg="del">
          <ac:chgData name="dreiter@student.ubc.ca" userId="2723d029-c593-4124-bf7a-2fd48a1301b7" providerId="ADAL" clId="{65C8E3DC-54E9-4CBD-81C9-3F5A342026A2}" dt="2026-03-03T20:32:17.697" v="49300" actId="478"/>
          <ac:spMkLst>
            <pc:docMk/>
            <pc:sldMk cId="2635581070" sldId="345"/>
            <ac:spMk id="3" creationId="{78572E09-508D-81CE-1CB8-0B9357F21D7F}"/>
          </ac:spMkLst>
        </pc:spChg>
        <pc:picChg chg="add mod">
          <ac:chgData name="dreiter@student.ubc.ca" userId="2723d029-c593-4124-bf7a-2fd48a1301b7" providerId="ADAL" clId="{65C8E3DC-54E9-4CBD-81C9-3F5A342026A2}" dt="2026-03-03T20:32:21.021" v="49303" actId="1076"/>
          <ac:picMkLst>
            <pc:docMk/>
            <pc:sldMk cId="2635581070" sldId="345"/>
            <ac:picMk id="6" creationId="{BE3B59E7-47B6-7760-1729-ADC520A450C8}"/>
          </ac:picMkLst>
        </pc:picChg>
      </pc:sldChg>
      <pc:sldChg chg="addSp delSp modSp add mod">
        <pc:chgData name="dreiter@student.ubc.ca" userId="2723d029-c593-4124-bf7a-2fd48a1301b7" providerId="ADAL" clId="{65C8E3DC-54E9-4CBD-81C9-3F5A342026A2}" dt="2026-03-03T20:33:41.383" v="49329"/>
        <pc:sldMkLst>
          <pc:docMk/>
          <pc:sldMk cId="540926034" sldId="346"/>
        </pc:sldMkLst>
        <pc:grpChg chg="mod">
          <ac:chgData name="dreiter@student.ubc.ca" userId="2723d029-c593-4124-bf7a-2fd48a1301b7" providerId="ADAL" clId="{65C8E3DC-54E9-4CBD-81C9-3F5A342026A2}" dt="2026-03-03T20:32:50.960" v="49313"/>
          <ac:grpSpMkLst>
            <pc:docMk/>
            <pc:sldMk cId="540926034" sldId="346"/>
            <ac:grpSpMk id="7" creationId="{EB27C1BD-4CC8-8E7D-AC41-07609A905A9B}"/>
          </ac:grpSpMkLst>
        </pc:grpChg>
        <pc:inkChg chg="add del mod">
          <ac:chgData name="dreiter@student.ubc.ca" userId="2723d029-c593-4124-bf7a-2fd48a1301b7" providerId="ADAL" clId="{65C8E3DC-54E9-4CBD-81C9-3F5A342026A2}" dt="2026-03-03T20:32:54.537" v="49316" actId="9405"/>
          <ac:inkMkLst>
            <pc:docMk/>
            <pc:sldMk cId="540926034" sldId="346"/>
            <ac:inkMk id="3" creationId="{AD159E93-4594-FAC7-1270-93C3C3391DB4}"/>
          </ac:inkMkLst>
        </pc:inkChg>
        <pc:inkChg chg="add del mod">
          <ac:chgData name="dreiter@student.ubc.ca" userId="2723d029-c593-4124-bf7a-2fd48a1301b7" providerId="ADAL" clId="{65C8E3DC-54E9-4CBD-81C9-3F5A342026A2}" dt="2026-03-03T20:32:50.960" v="49313"/>
          <ac:inkMkLst>
            <pc:docMk/>
            <pc:sldMk cId="540926034" sldId="346"/>
            <ac:inkMk id="5" creationId="{31BB2678-498C-66D0-FDDF-B66E8CCE7059}"/>
          </ac:inkMkLst>
        </pc:inkChg>
        <pc:inkChg chg="add del">
          <ac:chgData name="dreiter@student.ubc.ca" userId="2723d029-c593-4124-bf7a-2fd48a1301b7" providerId="ADAL" clId="{65C8E3DC-54E9-4CBD-81C9-3F5A342026A2}" dt="2026-03-03T20:32:50.643" v="49311" actId="9405"/>
          <ac:inkMkLst>
            <pc:docMk/>
            <pc:sldMk cId="540926034" sldId="346"/>
            <ac:inkMk id="8" creationId="{807314E2-2BA4-237F-8F25-ABF43E87EC13}"/>
          </ac:inkMkLst>
        </pc:inkChg>
        <pc:inkChg chg="add del">
          <ac:chgData name="dreiter@student.ubc.ca" userId="2723d029-c593-4124-bf7a-2fd48a1301b7" providerId="ADAL" clId="{65C8E3DC-54E9-4CBD-81C9-3F5A342026A2}" dt="2026-03-03T20:32:50.206" v="49310" actId="9405"/>
          <ac:inkMkLst>
            <pc:docMk/>
            <pc:sldMk cId="540926034" sldId="346"/>
            <ac:inkMk id="9" creationId="{F437E982-9B74-EEB1-60F8-FF3AE4F32891}"/>
          </ac:inkMkLst>
        </pc:inkChg>
        <pc:inkChg chg="add del">
          <ac:chgData name="dreiter@student.ubc.ca" userId="2723d029-c593-4124-bf7a-2fd48a1301b7" providerId="ADAL" clId="{65C8E3DC-54E9-4CBD-81C9-3F5A342026A2}" dt="2026-03-03T20:32:54.325" v="49315" actId="9405"/>
          <ac:inkMkLst>
            <pc:docMk/>
            <pc:sldMk cId="540926034" sldId="346"/>
            <ac:inkMk id="10" creationId="{A7EE6E21-4F53-2EDA-CBA0-F1041FA8B76A}"/>
          </ac:inkMkLst>
        </pc:inkChg>
        <pc:cxnChg chg="add mod">
          <ac:chgData name="dreiter@student.ubc.ca" userId="2723d029-c593-4124-bf7a-2fd48a1301b7" providerId="ADAL" clId="{65C8E3DC-54E9-4CBD-81C9-3F5A342026A2}" dt="2026-03-03T20:33:21.115" v="49321" actId="1076"/>
          <ac:cxnSpMkLst>
            <pc:docMk/>
            <pc:sldMk cId="540926034" sldId="346"/>
            <ac:cxnSpMk id="12" creationId="{0A62A644-5D44-5E1E-B0F2-B0B511464677}"/>
          </ac:cxnSpMkLst>
        </pc:cxnChg>
        <pc:cxnChg chg="add mod">
          <ac:chgData name="dreiter@student.ubc.ca" userId="2723d029-c593-4124-bf7a-2fd48a1301b7" providerId="ADAL" clId="{65C8E3DC-54E9-4CBD-81C9-3F5A342026A2}" dt="2026-03-03T20:33:37.361" v="49328" actId="1076"/>
          <ac:cxnSpMkLst>
            <pc:docMk/>
            <pc:sldMk cId="540926034" sldId="346"/>
            <ac:cxnSpMk id="13" creationId="{8EB2948C-3E04-D48F-ECAE-C868BAB8F360}"/>
          </ac:cxnSpMkLst>
        </pc:cxnChg>
        <pc:cxnChg chg="add mod">
          <ac:chgData name="dreiter@student.ubc.ca" userId="2723d029-c593-4124-bf7a-2fd48a1301b7" providerId="ADAL" clId="{65C8E3DC-54E9-4CBD-81C9-3F5A342026A2}" dt="2026-03-03T20:33:26.814" v="49325" actId="1076"/>
          <ac:cxnSpMkLst>
            <pc:docMk/>
            <pc:sldMk cId="540926034" sldId="346"/>
            <ac:cxnSpMk id="14" creationId="{3400E0B2-4600-DCED-4117-0F5D210990CA}"/>
          </ac:cxnSpMkLst>
        </pc:cxnChg>
        <pc:cxnChg chg="add mod">
          <ac:chgData name="dreiter@student.ubc.ca" userId="2723d029-c593-4124-bf7a-2fd48a1301b7" providerId="ADAL" clId="{65C8E3DC-54E9-4CBD-81C9-3F5A342026A2}" dt="2026-03-03T20:33:31.451" v="49327" actId="1076"/>
          <ac:cxnSpMkLst>
            <pc:docMk/>
            <pc:sldMk cId="540926034" sldId="346"/>
            <ac:cxnSpMk id="15" creationId="{825CA0E1-5275-858D-34BF-E2F7ED620905}"/>
          </ac:cxnSpMkLst>
        </pc:cxnChg>
        <pc:cxnChg chg="add mod">
          <ac:chgData name="dreiter@student.ubc.ca" userId="2723d029-c593-4124-bf7a-2fd48a1301b7" providerId="ADAL" clId="{65C8E3DC-54E9-4CBD-81C9-3F5A342026A2}" dt="2026-03-03T20:33:41.383" v="49329"/>
          <ac:cxnSpMkLst>
            <pc:docMk/>
            <pc:sldMk cId="540926034" sldId="346"/>
            <ac:cxnSpMk id="16" creationId="{998A1AE1-4F90-E225-7562-72CDB76C5F04}"/>
          </ac:cxnSpMkLst>
        </pc:cxnChg>
      </pc:sldChg>
      <pc:sldChg chg="modSp new mod">
        <pc:chgData name="dreiter@student.ubc.ca" userId="2723d029-c593-4124-bf7a-2fd48a1301b7" providerId="ADAL" clId="{65C8E3DC-54E9-4CBD-81C9-3F5A342026A2}" dt="2026-03-03T20:39:05.864" v="50021" actId="20577"/>
        <pc:sldMkLst>
          <pc:docMk/>
          <pc:sldMk cId="1543743063" sldId="347"/>
        </pc:sldMkLst>
        <pc:spChg chg="mod">
          <ac:chgData name="dreiter@student.ubc.ca" userId="2723d029-c593-4124-bf7a-2fd48a1301b7" providerId="ADAL" clId="{65C8E3DC-54E9-4CBD-81C9-3F5A342026A2}" dt="2026-03-03T20:34:02.255" v="49339" actId="20577"/>
          <ac:spMkLst>
            <pc:docMk/>
            <pc:sldMk cId="1543743063" sldId="347"/>
            <ac:spMk id="2" creationId="{10399E78-2241-89DF-DB41-5335A6712149}"/>
          </ac:spMkLst>
        </pc:spChg>
        <pc:spChg chg="mod">
          <ac:chgData name="dreiter@student.ubc.ca" userId="2723d029-c593-4124-bf7a-2fd48a1301b7" providerId="ADAL" clId="{65C8E3DC-54E9-4CBD-81C9-3F5A342026A2}" dt="2026-03-03T20:39:05.864" v="50021" actId="20577"/>
          <ac:spMkLst>
            <pc:docMk/>
            <pc:sldMk cId="1543743063" sldId="347"/>
            <ac:spMk id="3" creationId="{7326C8A9-22B3-FA34-57D6-67E887660C85}"/>
          </ac:spMkLst>
        </pc:spChg>
      </pc:sldChg>
      <pc:sldChg chg="modSp new mod">
        <pc:chgData name="dreiter@student.ubc.ca" userId="2723d029-c593-4124-bf7a-2fd48a1301b7" providerId="ADAL" clId="{65C8E3DC-54E9-4CBD-81C9-3F5A342026A2}" dt="2026-03-03T20:45:42.583" v="50630" actId="2710"/>
        <pc:sldMkLst>
          <pc:docMk/>
          <pc:sldMk cId="1909201636" sldId="348"/>
        </pc:sldMkLst>
        <pc:spChg chg="mod">
          <ac:chgData name="dreiter@student.ubc.ca" userId="2723d029-c593-4124-bf7a-2fd48a1301b7" providerId="ADAL" clId="{65C8E3DC-54E9-4CBD-81C9-3F5A342026A2}" dt="2026-03-03T20:42:45.378" v="50440" actId="20577"/>
          <ac:spMkLst>
            <pc:docMk/>
            <pc:sldMk cId="1909201636" sldId="348"/>
            <ac:spMk id="2" creationId="{D3CEE7C6-D2AA-A281-6D21-415325F07C66}"/>
          </ac:spMkLst>
        </pc:spChg>
        <pc:spChg chg="mod">
          <ac:chgData name="dreiter@student.ubc.ca" userId="2723d029-c593-4124-bf7a-2fd48a1301b7" providerId="ADAL" clId="{65C8E3DC-54E9-4CBD-81C9-3F5A342026A2}" dt="2026-03-03T20:45:42.583" v="50630" actId="2710"/>
          <ac:spMkLst>
            <pc:docMk/>
            <pc:sldMk cId="1909201636" sldId="348"/>
            <ac:spMk id="3" creationId="{E7751DB0-5A30-4247-5CA9-2F0BB6C17C76}"/>
          </ac:spMkLst>
        </pc:spChg>
      </pc:sldChg>
      <pc:sldChg chg="addSp delSp modSp new mod">
        <pc:chgData name="dreiter@student.ubc.ca" userId="2723d029-c593-4124-bf7a-2fd48a1301b7" providerId="ADAL" clId="{65C8E3DC-54E9-4CBD-81C9-3F5A342026A2}" dt="2026-03-03T20:49:02.127" v="50821" actId="1076"/>
        <pc:sldMkLst>
          <pc:docMk/>
          <pc:sldMk cId="1218954146" sldId="349"/>
        </pc:sldMkLst>
        <pc:spChg chg="mod">
          <ac:chgData name="dreiter@student.ubc.ca" userId="2723d029-c593-4124-bf7a-2fd48a1301b7" providerId="ADAL" clId="{65C8E3DC-54E9-4CBD-81C9-3F5A342026A2}" dt="2026-03-03T20:46:35.653" v="50719" actId="20577"/>
          <ac:spMkLst>
            <pc:docMk/>
            <pc:sldMk cId="1218954146" sldId="349"/>
            <ac:spMk id="2" creationId="{73CBF5B7-92DE-20B0-8243-4EF69C0F620C}"/>
          </ac:spMkLst>
        </pc:spChg>
        <pc:spChg chg="del mod">
          <ac:chgData name="dreiter@student.ubc.ca" userId="2723d029-c593-4124-bf7a-2fd48a1301b7" providerId="ADAL" clId="{65C8E3DC-54E9-4CBD-81C9-3F5A342026A2}" dt="2026-03-03T20:46:50.927" v="50737" actId="478"/>
          <ac:spMkLst>
            <pc:docMk/>
            <pc:sldMk cId="1218954146" sldId="349"/>
            <ac:spMk id="3" creationId="{7873ED56-CEB7-49FF-1D6D-A4F011CE8096}"/>
          </ac:spMkLst>
        </pc:spChg>
        <pc:spChg chg="add mod">
          <ac:chgData name="dreiter@student.ubc.ca" userId="2723d029-c593-4124-bf7a-2fd48a1301b7" providerId="ADAL" clId="{65C8E3DC-54E9-4CBD-81C9-3F5A342026A2}" dt="2026-03-03T20:47:38.880" v="50784" actId="1076"/>
          <ac:spMkLst>
            <pc:docMk/>
            <pc:sldMk cId="1218954146" sldId="349"/>
            <ac:spMk id="5" creationId="{F83120A1-12F8-4820-4257-251FBA6134B7}"/>
          </ac:spMkLst>
        </pc:spChg>
        <pc:spChg chg="add mod">
          <ac:chgData name="dreiter@student.ubc.ca" userId="2723d029-c593-4124-bf7a-2fd48a1301b7" providerId="ADAL" clId="{65C8E3DC-54E9-4CBD-81C9-3F5A342026A2}" dt="2026-03-03T20:48:29.351" v="50810" actId="1076"/>
          <ac:spMkLst>
            <pc:docMk/>
            <pc:sldMk cId="1218954146" sldId="349"/>
            <ac:spMk id="6" creationId="{2224036D-C7DF-D8BF-18F0-ECE2DF071993}"/>
          </ac:spMkLst>
        </pc:spChg>
        <pc:spChg chg="add del mod">
          <ac:chgData name="dreiter@student.ubc.ca" userId="2723d029-c593-4124-bf7a-2fd48a1301b7" providerId="ADAL" clId="{65C8E3DC-54E9-4CBD-81C9-3F5A342026A2}" dt="2026-03-03T20:47:25.094" v="50772"/>
          <ac:spMkLst>
            <pc:docMk/>
            <pc:sldMk cId="1218954146" sldId="349"/>
            <ac:spMk id="7" creationId="{58D9FE0F-3A12-9524-C0DE-99997AF448E7}"/>
          </ac:spMkLst>
        </pc:spChg>
        <pc:spChg chg="add mod">
          <ac:chgData name="dreiter@student.ubc.ca" userId="2723d029-c593-4124-bf7a-2fd48a1301b7" providerId="ADAL" clId="{65C8E3DC-54E9-4CBD-81C9-3F5A342026A2}" dt="2026-03-03T20:47:44.798" v="50787" actId="1076"/>
          <ac:spMkLst>
            <pc:docMk/>
            <pc:sldMk cId="1218954146" sldId="349"/>
            <ac:spMk id="8" creationId="{300D657B-62F2-0D7A-5E08-17FD73A30A7F}"/>
          </ac:spMkLst>
        </pc:spChg>
        <pc:spChg chg="add mod">
          <ac:chgData name="dreiter@student.ubc.ca" userId="2723d029-c593-4124-bf7a-2fd48a1301b7" providerId="ADAL" clId="{65C8E3DC-54E9-4CBD-81C9-3F5A342026A2}" dt="2026-03-03T20:47:55.448" v="50799" actId="1076"/>
          <ac:spMkLst>
            <pc:docMk/>
            <pc:sldMk cId="1218954146" sldId="349"/>
            <ac:spMk id="9" creationId="{796C7D8F-FC08-34C7-1B6E-42EB60B3B6EF}"/>
          </ac:spMkLst>
        </pc:spChg>
        <pc:spChg chg="add mod">
          <ac:chgData name="dreiter@student.ubc.ca" userId="2723d029-c593-4124-bf7a-2fd48a1301b7" providerId="ADAL" clId="{65C8E3DC-54E9-4CBD-81C9-3F5A342026A2}" dt="2026-03-03T20:49:02.127" v="50821" actId="1076"/>
          <ac:spMkLst>
            <pc:docMk/>
            <pc:sldMk cId="1218954146" sldId="349"/>
            <ac:spMk id="10" creationId="{C35DE5B5-4F46-7451-A6C3-51B1F6221267}"/>
          </ac:spMkLst>
        </pc:spChg>
        <pc:cxnChg chg="add mod">
          <ac:chgData name="dreiter@student.ubc.ca" userId="2723d029-c593-4124-bf7a-2fd48a1301b7" providerId="ADAL" clId="{65C8E3DC-54E9-4CBD-81C9-3F5A342026A2}" dt="2026-03-03T20:48:46.281" v="50814" actId="208"/>
          <ac:cxnSpMkLst>
            <pc:docMk/>
            <pc:sldMk cId="1218954146" sldId="349"/>
            <ac:cxnSpMk id="12" creationId="{0A3E780F-A0C9-3AAC-C93F-BAF1503ADAB9}"/>
          </ac:cxnSpMkLst>
        </pc:cxnChg>
        <pc:cxnChg chg="add mod">
          <ac:chgData name="dreiter@student.ubc.ca" userId="2723d029-c593-4124-bf7a-2fd48a1301b7" providerId="ADAL" clId="{65C8E3DC-54E9-4CBD-81C9-3F5A342026A2}" dt="2026-03-03T20:48:51.492" v="50816" actId="1076"/>
          <ac:cxnSpMkLst>
            <pc:docMk/>
            <pc:sldMk cId="1218954146" sldId="349"/>
            <ac:cxnSpMk id="13" creationId="{35C0A7C0-0721-ABC2-F351-5D3325933B13}"/>
          </ac:cxnSpMkLst>
        </pc:cxnChg>
        <pc:cxnChg chg="add mod">
          <ac:chgData name="dreiter@student.ubc.ca" userId="2723d029-c593-4124-bf7a-2fd48a1301b7" providerId="ADAL" clId="{65C8E3DC-54E9-4CBD-81C9-3F5A342026A2}" dt="2026-03-03T20:48:55.678" v="50818" actId="1076"/>
          <ac:cxnSpMkLst>
            <pc:docMk/>
            <pc:sldMk cId="1218954146" sldId="349"/>
            <ac:cxnSpMk id="14" creationId="{A7EF47B3-AF8B-5F03-7EC4-DBC9492575F8}"/>
          </ac:cxnSpMkLst>
        </pc:cxnChg>
        <pc:cxnChg chg="add mod">
          <ac:chgData name="dreiter@student.ubc.ca" userId="2723d029-c593-4124-bf7a-2fd48a1301b7" providerId="ADAL" clId="{65C8E3DC-54E9-4CBD-81C9-3F5A342026A2}" dt="2026-03-03T20:48:59.848" v="50820" actId="1076"/>
          <ac:cxnSpMkLst>
            <pc:docMk/>
            <pc:sldMk cId="1218954146" sldId="349"/>
            <ac:cxnSpMk id="15" creationId="{5ED4E713-0F1A-B9C4-FD56-B662AE626A44}"/>
          </ac:cxnSpMkLst>
        </pc:cxnChg>
      </pc:sldChg>
      <pc:sldChg chg="addSp delSp modSp new mod">
        <pc:chgData name="dreiter@student.ubc.ca" userId="2723d029-c593-4124-bf7a-2fd48a1301b7" providerId="ADAL" clId="{65C8E3DC-54E9-4CBD-81C9-3F5A342026A2}" dt="2026-03-03T20:58:51.601" v="51406" actId="1076"/>
        <pc:sldMkLst>
          <pc:docMk/>
          <pc:sldMk cId="1127775070" sldId="350"/>
        </pc:sldMkLst>
        <pc:spChg chg="mod">
          <ac:chgData name="dreiter@student.ubc.ca" userId="2723d029-c593-4124-bf7a-2fd48a1301b7" providerId="ADAL" clId="{65C8E3DC-54E9-4CBD-81C9-3F5A342026A2}" dt="2026-03-03T20:49:20.580" v="50832" actId="20577"/>
          <ac:spMkLst>
            <pc:docMk/>
            <pc:sldMk cId="1127775070" sldId="350"/>
            <ac:spMk id="2" creationId="{777299AD-CAC0-79A7-9804-A700BF8922C7}"/>
          </ac:spMkLst>
        </pc:spChg>
        <pc:spChg chg="mod">
          <ac:chgData name="dreiter@student.ubc.ca" userId="2723d029-c593-4124-bf7a-2fd48a1301b7" providerId="ADAL" clId="{65C8E3DC-54E9-4CBD-81C9-3F5A342026A2}" dt="2026-03-03T20:51:08.628" v="51059" actId="20577"/>
          <ac:spMkLst>
            <pc:docMk/>
            <pc:sldMk cId="1127775070" sldId="350"/>
            <ac:spMk id="3" creationId="{6046667F-98F2-F357-A97D-98718B91CD2A}"/>
          </ac:spMkLst>
        </pc:spChg>
        <pc:spChg chg="add mod">
          <ac:chgData name="dreiter@student.ubc.ca" userId="2723d029-c593-4124-bf7a-2fd48a1301b7" providerId="ADAL" clId="{65C8E3DC-54E9-4CBD-81C9-3F5A342026A2}" dt="2026-03-03T20:51:17.196" v="51061" actId="1076"/>
          <ac:spMkLst>
            <pc:docMk/>
            <pc:sldMk cId="1127775070" sldId="350"/>
            <ac:spMk id="5" creationId="{AD275B0E-5D75-20BE-2B6C-BF36BEB21179}"/>
          </ac:spMkLst>
        </pc:spChg>
        <pc:spChg chg="add del mod">
          <ac:chgData name="dreiter@student.ubc.ca" userId="2723d029-c593-4124-bf7a-2fd48a1301b7" providerId="ADAL" clId="{65C8E3DC-54E9-4CBD-81C9-3F5A342026A2}" dt="2026-03-03T20:50:48.372" v="51021"/>
          <ac:spMkLst>
            <pc:docMk/>
            <pc:sldMk cId="1127775070" sldId="350"/>
            <ac:spMk id="6" creationId="{C93EA46D-0B06-0365-4A96-F49F78DADFF4}"/>
          </ac:spMkLst>
        </pc:spChg>
        <pc:spChg chg="add del mod">
          <ac:chgData name="dreiter@student.ubc.ca" userId="2723d029-c593-4124-bf7a-2fd48a1301b7" providerId="ADAL" clId="{65C8E3DC-54E9-4CBD-81C9-3F5A342026A2}" dt="2026-03-03T20:51:46.414" v="51071" actId="478"/>
          <ac:spMkLst>
            <pc:docMk/>
            <pc:sldMk cId="1127775070" sldId="350"/>
            <ac:spMk id="7" creationId="{0C349006-5BBE-B8DB-A31B-508F386C97BF}"/>
          </ac:spMkLst>
        </pc:spChg>
        <pc:spChg chg="add del mod">
          <ac:chgData name="dreiter@student.ubc.ca" userId="2723d029-c593-4124-bf7a-2fd48a1301b7" providerId="ADAL" clId="{65C8E3DC-54E9-4CBD-81C9-3F5A342026A2}" dt="2026-03-03T20:51:44.512" v="51070" actId="478"/>
          <ac:spMkLst>
            <pc:docMk/>
            <pc:sldMk cId="1127775070" sldId="350"/>
            <ac:spMk id="8" creationId="{627B0481-60D5-6B3A-3194-EA0A711F5696}"/>
          </ac:spMkLst>
        </pc:spChg>
        <pc:spChg chg="add mod">
          <ac:chgData name="dreiter@student.ubc.ca" userId="2723d029-c593-4124-bf7a-2fd48a1301b7" providerId="ADAL" clId="{65C8E3DC-54E9-4CBD-81C9-3F5A342026A2}" dt="2026-03-03T20:51:53.914" v="51073" actId="2085"/>
          <ac:spMkLst>
            <pc:docMk/>
            <pc:sldMk cId="1127775070" sldId="350"/>
            <ac:spMk id="9" creationId="{A38AE518-8197-E15F-4C1C-4C016CE46AB3}"/>
          </ac:spMkLst>
        </pc:spChg>
        <pc:spChg chg="add mod">
          <ac:chgData name="dreiter@student.ubc.ca" userId="2723d029-c593-4124-bf7a-2fd48a1301b7" providerId="ADAL" clId="{65C8E3DC-54E9-4CBD-81C9-3F5A342026A2}" dt="2026-03-03T20:58:06.893" v="51395" actId="1076"/>
          <ac:spMkLst>
            <pc:docMk/>
            <pc:sldMk cId="1127775070" sldId="350"/>
            <ac:spMk id="10" creationId="{7E342058-D74F-49B8-8E6B-78BFD59B9DDD}"/>
          </ac:spMkLst>
        </pc:spChg>
        <pc:spChg chg="add mod">
          <ac:chgData name="dreiter@student.ubc.ca" userId="2723d029-c593-4124-bf7a-2fd48a1301b7" providerId="ADAL" clId="{65C8E3DC-54E9-4CBD-81C9-3F5A342026A2}" dt="2026-03-03T20:52:19.921" v="51079" actId="1076"/>
          <ac:spMkLst>
            <pc:docMk/>
            <pc:sldMk cId="1127775070" sldId="350"/>
            <ac:spMk id="11" creationId="{91BBA8D5-2C91-6D32-969B-DF2325B1AE1F}"/>
          </ac:spMkLst>
        </pc:spChg>
        <pc:spChg chg="add mod">
          <ac:chgData name="dreiter@student.ubc.ca" userId="2723d029-c593-4124-bf7a-2fd48a1301b7" providerId="ADAL" clId="{65C8E3DC-54E9-4CBD-81C9-3F5A342026A2}" dt="2026-03-03T20:52:43.540" v="51087" actId="14100"/>
          <ac:spMkLst>
            <pc:docMk/>
            <pc:sldMk cId="1127775070" sldId="350"/>
            <ac:spMk id="12" creationId="{1990E9D2-6992-7CDF-3A9E-C046D60C2B27}"/>
          </ac:spMkLst>
        </pc:spChg>
        <pc:spChg chg="add mod">
          <ac:chgData name="dreiter@student.ubc.ca" userId="2723d029-c593-4124-bf7a-2fd48a1301b7" providerId="ADAL" clId="{65C8E3DC-54E9-4CBD-81C9-3F5A342026A2}" dt="2026-03-03T20:52:39.258" v="51086" actId="14100"/>
          <ac:spMkLst>
            <pc:docMk/>
            <pc:sldMk cId="1127775070" sldId="350"/>
            <ac:spMk id="13" creationId="{763257B3-607F-896A-371A-FD39649F78D4}"/>
          </ac:spMkLst>
        </pc:spChg>
        <pc:spChg chg="add mod">
          <ac:chgData name="dreiter@student.ubc.ca" userId="2723d029-c593-4124-bf7a-2fd48a1301b7" providerId="ADAL" clId="{65C8E3DC-54E9-4CBD-81C9-3F5A342026A2}" dt="2026-03-03T20:53:45.148" v="51107" actId="1076"/>
          <ac:spMkLst>
            <pc:docMk/>
            <pc:sldMk cId="1127775070" sldId="350"/>
            <ac:spMk id="14" creationId="{E5EEE9A1-210B-20A3-FBCF-D32AB17ABAED}"/>
          </ac:spMkLst>
        </pc:spChg>
        <pc:spChg chg="add mod">
          <ac:chgData name="dreiter@student.ubc.ca" userId="2723d029-c593-4124-bf7a-2fd48a1301b7" providerId="ADAL" clId="{65C8E3DC-54E9-4CBD-81C9-3F5A342026A2}" dt="2026-03-03T20:53:48.965" v="51108" actId="1076"/>
          <ac:spMkLst>
            <pc:docMk/>
            <pc:sldMk cId="1127775070" sldId="350"/>
            <ac:spMk id="15" creationId="{F3E5A8D6-8686-B5F7-42C7-5F38B4332A36}"/>
          </ac:spMkLst>
        </pc:spChg>
        <pc:spChg chg="add mod">
          <ac:chgData name="dreiter@student.ubc.ca" userId="2723d029-c593-4124-bf7a-2fd48a1301b7" providerId="ADAL" clId="{65C8E3DC-54E9-4CBD-81C9-3F5A342026A2}" dt="2026-03-03T20:54:35.136" v="51130" actId="1076"/>
          <ac:spMkLst>
            <pc:docMk/>
            <pc:sldMk cId="1127775070" sldId="350"/>
            <ac:spMk id="16" creationId="{B19CE98A-6C2E-4B59-97F2-02D5E0738BD5}"/>
          </ac:spMkLst>
        </pc:spChg>
        <pc:spChg chg="add mod">
          <ac:chgData name="dreiter@student.ubc.ca" userId="2723d029-c593-4124-bf7a-2fd48a1301b7" providerId="ADAL" clId="{65C8E3DC-54E9-4CBD-81C9-3F5A342026A2}" dt="2026-03-03T20:53:56.038" v="51110" actId="1076"/>
          <ac:spMkLst>
            <pc:docMk/>
            <pc:sldMk cId="1127775070" sldId="350"/>
            <ac:spMk id="17" creationId="{E998FB7C-2CC7-AB21-8E23-F93BC17F4487}"/>
          </ac:spMkLst>
        </pc:spChg>
        <pc:spChg chg="add mod">
          <ac:chgData name="dreiter@student.ubc.ca" userId="2723d029-c593-4124-bf7a-2fd48a1301b7" providerId="ADAL" clId="{65C8E3DC-54E9-4CBD-81C9-3F5A342026A2}" dt="2026-03-03T20:53:40.340" v="51106" actId="1076"/>
          <ac:spMkLst>
            <pc:docMk/>
            <pc:sldMk cId="1127775070" sldId="350"/>
            <ac:spMk id="18" creationId="{D0DF55CA-894C-D64C-4C90-2CB0E6DB75B0}"/>
          </ac:spMkLst>
        </pc:spChg>
        <pc:spChg chg="add mod">
          <ac:chgData name="dreiter@student.ubc.ca" userId="2723d029-c593-4124-bf7a-2fd48a1301b7" providerId="ADAL" clId="{65C8E3DC-54E9-4CBD-81C9-3F5A342026A2}" dt="2026-03-03T20:58:51.601" v="51406" actId="1076"/>
          <ac:spMkLst>
            <pc:docMk/>
            <pc:sldMk cId="1127775070" sldId="350"/>
            <ac:spMk id="19" creationId="{DFA4D00B-7CC5-62F5-E9F2-A42206DC033E}"/>
          </ac:spMkLst>
        </pc:spChg>
      </pc:sldChg>
      <pc:sldChg chg="add del">
        <pc:chgData name="dreiter@student.ubc.ca" userId="2723d029-c593-4124-bf7a-2fd48a1301b7" providerId="ADAL" clId="{65C8E3DC-54E9-4CBD-81C9-3F5A342026A2}" dt="2026-03-03T20:54:07.242" v="51112" actId="47"/>
        <pc:sldMkLst>
          <pc:docMk/>
          <pc:sldMk cId="1229409210" sldId="351"/>
        </pc:sldMkLst>
      </pc:sldChg>
      <pc:sldChg chg="addSp modSp new mod">
        <pc:chgData name="dreiter@student.ubc.ca" userId="2723d029-c593-4124-bf7a-2fd48a1301b7" providerId="ADAL" clId="{65C8E3DC-54E9-4CBD-81C9-3F5A342026A2}" dt="2026-03-03T20:56:01.848" v="51268" actId="1076"/>
        <pc:sldMkLst>
          <pc:docMk/>
          <pc:sldMk cId="2237556597" sldId="351"/>
        </pc:sldMkLst>
        <pc:spChg chg="mod">
          <ac:chgData name="dreiter@student.ubc.ca" userId="2723d029-c593-4124-bf7a-2fd48a1301b7" providerId="ADAL" clId="{65C8E3DC-54E9-4CBD-81C9-3F5A342026A2}" dt="2026-03-03T20:54:14.976" v="51125" actId="20577"/>
          <ac:spMkLst>
            <pc:docMk/>
            <pc:sldMk cId="2237556597" sldId="351"/>
            <ac:spMk id="2" creationId="{3A4B367F-370C-ADE7-6D6F-CF6A360A67A7}"/>
          </ac:spMkLst>
        </pc:spChg>
        <pc:spChg chg="mod">
          <ac:chgData name="dreiter@student.ubc.ca" userId="2723d029-c593-4124-bf7a-2fd48a1301b7" providerId="ADAL" clId="{65C8E3DC-54E9-4CBD-81C9-3F5A342026A2}" dt="2026-03-03T20:55:10.917" v="51261" actId="20577"/>
          <ac:spMkLst>
            <pc:docMk/>
            <pc:sldMk cId="2237556597" sldId="351"/>
            <ac:spMk id="3" creationId="{C2832AA4-5A1B-E4F3-87D4-F2984A95C212}"/>
          </ac:spMkLst>
        </pc:spChg>
        <pc:picChg chg="add mod">
          <ac:chgData name="dreiter@student.ubc.ca" userId="2723d029-c593-4124-bf7a-2fd48a1301b7" providerId="ADAL" clId="{65C8E3DC-54E9-4CBD-81C9-3F5A342026A2}" dt="2026-03-03T20:56:01.848" v="51268" actId="1076"/>
          <ac:picMkLst>
            <pc:docMk/>
            <pc:sldMk cId="2237556597" sldId="351"/>
            <ac:picMk id="5" creationId="{81017846-62B6-4076-318C-5E4C26C930B5}"/>
          </ac:picMkLst>
        </pc:picChg>
      </pc:sldChg>
      <pc:sldChg chg="addSp modSp add mod">
        <pc:chgData name="dreiter@student.ubc.ca" userId="2723d029-c593-4124-bf7a-2fd48a1301b7" providerId="ADAL" clId="{65C8E3DC-54E9-4CBD-81C9-3F5A342026A2}" dt="2026-03-03T21:00:28.371" v="51430"/>
        <pc:sldMkLst>
          <pc:docMk/>
          <pc:sldMk cId="2134452560" sldId="352"/>
        </pc:sldMkLst>
        <pc:spChg chg="mod">
          <ac:chgData name="dreiter@student.ubc.ca" userId="2723d029-c593-4124-bf7a-2fd48a1301b7" providerId="ADAL" clId="{65C8E3DC-54E9-4CBD-81C9-3F5A342026A2}" dt="2026-03-03T20:57:48.328" v="51394" actId="20577"/>
          <ac:spMkLst>
            <pc:docMk/>
            <pc:sldMk cId="2134452560" sldId="352"/>
            <ac:spMk id="3" creationId="{9E991BD1-4F24-6020-96EB-AB4D85D1DAC0}"/>
          </ac:spMkLst>
        </pc:spChg>
        <pc:spChg chg="add mod">
          <ac:chgData name="dreiter@student.ubc.ca" userId="2723d029-c593-4124-bf7a-2fd48a1301b7" providerId="ADAL" clId="{65C8E3DC-54E9-4CBD-81C9-3F5A342026A2}" dt="2026-03-03T20:57:11.360" v="51309" actId="1076"/>
          <ac:spMkLst>
            <pc:docMk/>
            <pc:sldMk cId="2134452560" sldId="352"/>
            <ac:spMk id="6" creationId="{D24E5C21-CCA4-8C52-CB71-5CE194B336DB}"/>
          </ac:spMkLst>
        </pc:spChg>
        <pc:spChg chg="add mod">
          <ac:chgData name="dreiter@student.ubc.ca" userId="2723d029-c593-4124-bf7a-2fd48a1301b7" providerId="ADAL" clId="{65C8E3DC-54E9-4CBD-81C9-3F5A342026A2}" dt="2026-03-03T20:57:16.418" v="51311" actId="1076"/>
          <ac:spMkLst>
            <pc:docMk/>
            <pc:sldMk cId="2134452560" sldId="352"/>
            <ac:spMk id="7" creationId="{CB2A3EA0-FB59-24EF-09C9-C7BCCF95EF5B}"/>
          </ac:spMkLst>
        </pc:spChg>
        <pc:spChg chg="add mod">
          <ac:chgData name="dreiter@student.ubc.ca" userId="2723d029-c593-4124-bf7a-2fd48a1301b7" providerId="ADAL" clId="{65C8E3DC-54E9-4CBD-81C9-3F5A342026A2}" dt="2026-03-03T20:57:21.381" v="51313" actId="1076"/>
          <ac:spMkLst>
            <pc:docMk/>
            <pc:sldMk cId="2134452560" sldId="352"/>
            <ac:spMk id="8" creationId="{A962934E-B9F7-E742-4335-B2BAEA1C54D9}"/>
          </ac:spMkLst>
        </pc:spChg>
        <pc:spChg chg="mod">
          <ac:chgData name="dreiter@student.ubc.ca" userId="2723d029-c593-4124-bf7a-2fd48a1301b7" providerId="ADAL" clId="{65C8E3DC-54E9-4CBD-81C9-3F5A342026A2}" dt="2026-03-03T20:58:26.025" v="51397" actId="1076"/>
          <ac:spMkLst>
            <pc:docMk/>
            <pc:sldMk cId="2134452560" sldId="352"/>
            <ac:spMk id="10" creationId="{3BCE3925-CD25-9F32-F9B8-966B4D7925AE}"/>
          </ac:spMkLst>
        </pc:spChg>
        <pc:spChg chg="add mod">
          <ac:chgData name="dreiter@student.ubc.ca" userId="2723d029-c593-4124-bf7a-2fd48a1301b7" providerId="ADAL" clId="{65C8E3DC-54E9-4CBD-81C9-3F5A342026A2}" dt="2026-03-03T20:59:16.168" v="51429" actId="20577"/>
          <ac:spMkLst>
            <pc:docMk/>
            <pc:sldMk cId="2134452560" sldId="352"/>
            <ac:spMk id="19" creationId="{A5E30E50-A033-5EA6-113C-57C416D9FA7A}"/>
          </ac:spMkLst>
        </pc:spChg>
        <pc:spChg chg="add mod">
          <ac:chgData name="dreiter@student.ubc.ca" userId="2723d029-c593-4124-bf7a-2fd48a1301b7" providerId="ADAL" clId="{65C8E3DC-54E9-4CBD-81C9-3F5A342026A2}" dt="2026-03-03T21:00:28.371" v="51430"/>
          <ac:spMkLst>
            <pc:docMk/>
            <pc:sldMk cId="2134452560" sldId="352"/>
            <ac:spMk id="20" creationId="{1AA679E8-373D-FDD9-26EE-20B0FE2547D1}"/>
          </ac:spMkLst>
        </pc:spChg>
      </pc:sldChg>
      <pc:sldChg chg="addSp delSp modSp new del mod">
        <pc:chgData name="dreiter@student.ubc.ca" userId="2723d029-c593-4124-bf7a-2fd48a1301b7" providerId="ADAL" clId="{65C8E3DC-54E9-4CBD-81C9-3F5A342026A2}" dt="2026-03-03T20:56:27.191" v="51304" actId="47"/>
        <pc:sldMkLst>
          <pc:docMk/>
          <pc:sldMk cId="3066524032" sldId="352"/>
        </pc:sldMkLst>
        <pc:spChg chg="mod">
          <ac:chgData name="dreiter@student.ubc.ca" userId="2723d029-c593-4124-bf7a-2fd48a1301b7" providerId="ADAL" clId="{65C8E3DC-54E9-4CBD-81C9-3F5A342026A2}" dt="2026-03-03T20:56:16.571" v="51279" actId="20577"/>
          <ac:spMkLst>
            <pc:docMk/>
            <pc:sldMk cId="3066524032" sldId="352"/>
            <ac:spMk id="2" creationId="{8575AE4B-280F-53BA-63A8-8C3431DDB5A6}"/>
          </ac:spMkLst>
        </pc:spChg>
        <pc:spChg chg="del mod">
          <ac:chgData name="dreiter@student.ubc.ca" userId="2723d029-c593-4124-bf7a-2fd48a1301b7" providerId="ADAL" clId="{65C8E3DC-54E9-4CBD-81C9-3F5A342026A2}" dt="2026-03-03T20:56:25.052" v="51303" actId="478"/>
          <ac:spMkLst>
            <pc:docMk/>
            <pc:sldMk cId="3066524032" sldId="352"/>
            <ac:spMk id="3" creationId="{8112C43D-AF72-DF0A-80FF-574765E8B8FB}"/>
          </ac:spMkLst>
        </pc:spChg>
        <pc:spChg chg="add mod">
          <ac:chgData name="dreiter@student.ubc.ca" userId="2723d029-c593-4124-bf7a-2fd48a1301b7" providerId="ADAL" clId="{65C8E3DC-54E9-4CBD-81C9-3F5A342026A2}" dt="2026-03-03T20:56:25.052" v="51303" actId="478"/>
          <ac:spMkLst>
            <pc:docMk/>
            <pc:sldMk cId="3066524032" sldId="352"/>
            <ac:spMk id="6" creationId="{79A32610-A8A4-8B46-5996-22783ED99839}"/>
          </ac:spMkLst>
        </pc:spChg>
      </pc:sldChg>
      <pc:sldChg chg="addSp delSp modSp add mod">
        <pc:chgData name="dreiter@student.ubc.ca" userId="2723d029-c593-4124-bf7a-2fd48a1301b7" providerId="ADAL" clId="{65C8E3DC-54E9-4CBD-81C9-3F5A342026A2}" dt="2026-03-03T21:01:32.475" v="51472" actId="478"/>
        <pc:sldMkLst>
          <pc:docMk/>
          <pc:sldMk cId="3583881041" sldId="353"/>
        </pc:sldMkLst>
        <pc:spChg chg="mod">
          <ac:chgData name="dreiter@student.ubc.ca" userId="2723d029-c593-4124-bf7a-2fd48a1301b7" providerId="ADAL" clId="{65C8E3DC-54E9-4CBD-81C9-3F5A342026A2}" dt="2026-03-03T21:01:29.110" v="51469" actId="20577"/>
          <ac:spMkLst>
            <pc:docMk/>
            <pc:sldMk cId="3583881041" sldId="353"/>
            <ac:spMk id="3" creationId="{2A215B8F-95F6-9FA5-53A9-65A049973941}"/>
          </ac:spMkLst>
        </pc:spChg>
        <pc:spChg chg="del">
          <ac:chgData name="dreiter@student.ubc.ca" userId="2723d029-c593-4124-bf7a-2fd48a1301b7" providerId="ADAL" clId="{65C8E3DC-54E9-4CBD-81C9-3F5A342026A2}" dt="2026-03-03T21:00:59.805" v="51443" actId="478"/>
          <ac:spMkLst>
            <pc:docMk/>
            <pc:sldMk cId="3583881041" sldId="353"/>
            <ac:spMk id="6" creationId="{BF941526-8BB0-B674-1A13-6BBA7C0A05B9}"/>
          </ac:spMkLst>
        </pc:spChg>
        <pc:spChg chg="del">
          <ac:chgData name="dreiter@student.ubc.ca" userId="2723d029-c593-4124-bf7a-2fd48a1301b7" providerId="ADAL" clId="{65C8E3DC-54E9-4CBD-81C9-3F5A342026A2}" dt="2026-03-03T21:00:58.184" v="51441" actId="478"/>
          <ac:spMkLst>
            <pc:docMk/>
            <pc:sldMk cId="3583881041" sldId="353"/>
            <ac:spMk id="7" creationId="{40580A0D-0153-54D0-E616-8180723A3388}"/>
          </ac:spMkLst>
        </pc:spChg>
        <pc:spChg chg="del">
          <ac:chgData name="dreiter@student.ubc.ca" userId="2723d029-c593-4124-bf7a-2fd48a1301b7" providerId="ADAL" clId="{65C8E3DC-54E9-4CBD-81C9-3F5A342026A2}" dt="2026-03-03T21:00:57.648" v="51440" actId="478"/>
          <ac:spMkLst>
            <pc:docMk/>
            <pc:sldMk cId="3583881041" sldId="353"/>
            <ac:spMk id="8" creationId="{E5542375-0168-63AF-A4D7-57C45C596E16}"/>
          </ac:spMkLst>
        </pc:spChg>
        <pc:spChg chg="del">
          <ac:chgData name="dreiter@student.ubc.ca" userId="2723d029-c593-4124-bf7a-2fd48a1301b7" providerId="ADAL" clId="{65C8E3DC-54E9-4CBD-81C9-3F5A342026A2}" dt="2026-03-03T21:00:58.851" v="51442" actId="478"/>
          <ac:spMkLst>
            <pc:docMk/>
            <pc:sldMk cId="3583881041" sldId="353"/>
            <ac:spMk id="11" creationId="{4F17DCBD-E25D-76E9-926C-F033DF1B39CA}"/>
          </ac:spMkLst>
        </pc:spChg>
        <pc:spChg chg="mod">
          <ac:chgData name="dreiter@student.ubc.ca" userId="2723d029-c593-4124-bf7a-2fd48a1301b7" providerId="ADAL" clId="{65C8E3DC-54E9-4CBD-81C9-3F5A342026A2}" dt="2026-03-03T21:00:48.289" v="51435" actId="1076"/>
          <ac:spMkLst>
            <pc:docMk/>
            <pc:sldMk cId="3583881041" sldId="353"/>
            <ac:spMk id="14" creationId="{E9889BE1-B2BF-C419-2C8D-18196ED49817}"/>
          </ac:spMkLst>
        </pc:spChg>
        <pc:spChg chg="del">
          <ac:chgData name="dreiter@student.ubc.ca" userId="2723d029-c593-4124-bf7a-2fd48a1301b7" providerId="ADAL" clId="{65C8E3DC-54E9-4CBD-81C9-3F5A342026A2}" dt="2026-03-03T21:01:07.788" v="51446" actId="478"/>
          <ac:spMkLst>
            <pc:docMk/>
            <pc:sldMk cId="3583881041" sldId="353"/>
            <ac:spMk id="17" creationId="{98ACE9C1-8BAC-E094-29C4-8C9AA124D5C5}"/>
          </ac:spMkLst>
        </pc:spChg>
        <pc:spChg chg="del">
          <ac:chgData name="dreiter@student.ubc.ca" userId="2723d029-c593-4124-bf7a-2fd48a1301b7" providerId="ADAL" clId="{65C8E3DC-54E9-4CBD-81C9-3F5A342026A2}" dt="2026-03-03T21:01:11.501" v="51447" actId="478"/>
          <ac:spMkLst>
            <pc:docMk/>
            <pc:sldMk cId="3583881041" sldId="353"/>
            <ac:spMk id="19" creationId="{F2336AD4-A2C0-713E-1B22-BF8D22F04091}"/>
          </ac:spMkLst>
        </pc:spChg>
        <pc:spChg chg="del mod">
          <ac:chgData name="dreiter@student.ubc.ca" userId="2723d029-c593-4124-bf7a-2fd48a1301b7" providerId="ADAL" clId="{65C8E3DC-54E9-4CBD-81C9-3F5A342026A2}" dt="2026-03-03T21:01:32.475" v="51472" actId="478"/>
          <ac:spMkLst>
            <pc:docMk/>
            <pc:sldMk cId="3583881041" sldId="353"/>
            <ac:spMk id="20" creationId="{2849C204-AECE-2C3C-0D5B-5FDEFE179D53}"/>
          </ac:spMkLst>
        </pc:spChg>
        <pc:spChg chg="add mod">
          <ac:chgData name="dreiter@student.ubc.ca" userId="2723d029-c593-4124-bf7a-2fd48a1301b7" providerId="ADAL" clId="{65C8E3DC-54E9-4CBD-81C9-3F5A342026A2}" dt="2026-03-03T21:00:50.165" v="51436" actId="1076"/>
          <ac:spMkLst>
            <pc:docMk/>
            <pc:sldMk cId="3583881041" sldId="353"/>
            <ac:spMk id="21" creationId="{EFDC4143-1492-0953-33D7-9F468A1B89A2}"/>
          </ac:spMkLst>
        </pc:spChg>
        <pc:spChg chg="add mod">
          <ac:chgData name="dreiter@student.ubc.ca" userId="2723d029-c593-4124-bf7a-2fd48a1301b7" providerId="ADAL" clId="{65C8E3DC-54E9-4CBD-81C9-3F5A342026A2}" dt="2026-03-03T21:00:54.582" v="51439" actId="1076"/>
          <ac:spMkLst>
            <pc:docMk/>
            <pc:sldMk cId="3583881041" sldId="353"/>
            <ac:spMk id="22" creationId="{5857C846-7D0F-5C95-98F4-6C1C2BEB3BD9}"/>
          </ac:spMkLst>
        </pc:spChg>
        <pc:spChg chg="add mod">
          <ac:chgData name="dreiter@student.ubc.ca" userId="2723d029-c593-4124-bf7a-2fd48a1301b7" providerId="ADAL" clId="{65C8E3DC-54E9-4CBD-81C9-3F5A342026A2}" dt="2026-03-03T21:01:06.329" v="51445" actId="1076"/>
          <ac:spMkLst>
            <pc:docMk/>
            <pc:sldMk cId="3583881041" sldId="353"/>
            <ac:spMk id="23" creationId="{F0A467C7-87D4-A407-6D6B-7C6F595D1919}"/>
          </ac:spMkLst>
        </pc:spChg>
        <pc:spChg chg="add mod">
          <ac:chgData name="dreiter@student.ubc.ca" userId="2723d029-c593-4124-bf7a-2fd48a1301b7" providerId="ADAL" clId="{65C8E3DC-54E9-4CBD-81C9-3F5A342026A2}" dt="2026-03-03T21:01:16.717" v="51449" actId="1076"/>
          <ac:spMkLst>
            <pc:docMk/>
            <pc:sldMk cId="3583881041" sldId="353"/>
            <ac:spMk id="24" creationId="{4336287C-91D5-FC07-6D05-1D01312196AA}"/>
          </ac:spMkLst>
        </pc:spChg>
        <pc:spChg chg="add mod">
          <ac:chgData name="dreiter@student.ubc.ca" userId="2723d029-c593-4124-bf7a-2fd48a1301b7" providerId="ADAL" clId="{65C8E3DC-54E9-4CBD-81C9-3F5A342026A2}" dt="2026-03-03T21:01:21.719" v="51451" actId="1076"/>
          <ac:spMkLst>
            <pc:docMk/>
            <pc:sldMk cId="3583881041" sldId="353"/>
            <ac:spMk id="25" creationId="{63182F53-61C0-3B2F-D23E-9D819E593338}"/>
          </ac:spMkLst>
        </pc:spChg>
      </pc:sldChg>
      <pc:sldChg chg="addSp delSp modSp new mod">
        <pc:chgData name="dreiter@student.ubc.ca" userId="2723d029-c593-4124-bf7a-2fd48a1301b7" providerId="ADAL" clId="{65C8E3DC-54E9-4CBD-81C9-3F5A342026A2}" dt="2026-03-03T21:02:53.085" v="51496" actId="1076"/>
        <pc:sldMkLst>
          <pc:docMk/>
          <pc:sldMk cId="3021393443" sldId="354"/>
        </pc:sldMkLst>
        <pc:spChg chg="mod">
          <ac:chgData name="dreiter@student.ubc.ca" userId="2723d029-c593-4124-bf7a-2fd48a1301b7" providerId="ADAL" clId="{65C8E3DC-54E9-4CBD-81C9-3F5A342026A2}" dt="2026-03-03T21:01:37.936" v="51483" actId="20577"/>
          <ac:spMkLst>
            <pc:docMk/>
            <pc:sldMk cId="3021393443" sldId="354"/>
            <ac:spMk id="2" creationId="{A21911D6-C9DD-B76C-5099-AD104519C8C2}"/>
          </ac:spMkLst>
        </pc:spChg>
        <pc:spChg chg="del">
          <ac:chgData name="dreiter@student.ubc.ca" userId="2723d029-c593-4124-bf7a-2fd48a1301b7" providerId="ADAL" clId="{65C8E3DC-54E9-4CBD-81C9-3F5A342026A2}" dt="2026-03-03T21:02:29.365" v="51487" actId="478"/>
          <ac:spMkLst>
            <pc:docMk/>
            <pc:sldMk cId="3021393443" sldId="354"/>
            <ac:spMk id="3" creationId="{73C8A0A5-6F24-B74D-41DA-A8993CE3B27E}"/>
          </ac:spMkLst>
        </pc:spChg>
        <pc:picChg chg="add mod">
          <ac:chgData name="dreiter@student.ubc.ca" userId="2723d029-c593-4124-bf7a-2fd48a1301b7" providerId="ADAL" clId="{65C8E3DC-54E9-4CBD-81C9-3F5A342026A2}" dt="2026-03-03T21:02:53.085" v="51496" actId="1076"/>
          <ac:picMkLst>
            <pc:docMk/>
            <pc:sldMk cId="3021393443" sldId="354"/>
            <ac:picMk id="6" creationId="{F941FC66-C1DC-56B4-8A1D-7067599ABDC5}"/>
          </ac:picMkLst>
        </pc:picChg>
      </pc:sldChg>
      <pc:sldChg chg="modSp new mod">
        <pc:chgData name="dreiter@student.ubc.ca" userId="2723d029-c593-4124-bf7a-2fd48a1301b7" providerId="ADAL" clId="{65C8E3DC-54E9-4CBD-81C9-3F5A342026A2}" dt="2026-03-03T21:07:31.180" v="51824" actId="5793"/>
        <pc:sldMkLst>
          <pc:docMk/>
          <pc:sldMk cId="259918381" sldId="355"/>
        </pc:sldMkLst>
        <pc:spChg chg="mod">
          <ac:chgData name="dreiter@student.ubc.ca" userId="2723d029-c593-4124-bf7a-2fd48a1301b7" providerId="ADAL" clId="{65C8E3DC-54E9-4CBD-81C9-3F5A342026A2}" dt="2026-03-03T21:06:01.381" v="51600" actId="20577"/>
          <ac:spMkLst>
            <pc:docMk/>
            <pc:sldMk cId="259918381" sldId="355"/>
            <ac:spMk id="2" creationId="{93DE3158-08CD-9A94-ACE1-1D6EC61BA541}"/>
          </ac:spMkLst>
        </pc:spChg>
        <pc:spChg chg="mod">
          <ac:chgData name="dreiter@student.ubc.ca" userId="2723d029-c593-4124-bf7a-2fd48a1301b7" providerId="ADAL" clId="{65C8E3DC-54E9-4CBD-81C9-3F5A342026A2}" dt="2026-03-03T21:07:31.180" v="51824" actId="5793"/>
          <ac:spMkLst>
            <pc:docMk/>
            <pc:sldMk cId="259918381" sldId="355"/>
            <ac:spMk id="3" creationId="{261001C4-B2F9-50DB-BC8F-272A7C678EB1}"/>
          </ac:spMkLst>
        </pc:spChg>
      </pc:sldChg>
      <pc:sldChg chg="modSp new del mod">
        <pc:chgData name="dreiter@student.ubc.ca" userId="2723d029-c593-4124-bf7a-2fd48a1301b7" providerId="ADAL" clId="{65C8E3DC-54E9-4CBD-81C9-3F5A342026A2}" dt="2026-03-03T21:02:41.177" v="51494" actId="47"/>
        <pc:sldMkLst>
          <pc:docMk/>
          <pc:sldMk cId="3244059350" sldId="355"/>
        </pc:sldMkLst>
        <pc:spChg chg="mod">
          <ac:chgData name="dreiter@student.ubc.ca" userId="2723d029-c593-4124-bf7a-2fd48a1301b7" providerId="ADAL" clId="{65C8E3DC-54E9-4CBD-81C9-3F5A342026A2}" dt="2026-03-03T21:02:39.337" v="51493" actId="20577"/>
          <ac:spMkLst>
            <pc:docMk/>
            <pc:sldMk cId="3244059350" sldId="355"/>
            <ac:spMk id="2" creationId="{9323C6A4-6012-2716-823E-2FE0E5174E0C}"/>
          </ac:spMkLst>
        </pc:spChg>
      </pc:sldChg>
      <pc:sldChg chg="addSp modSp new mod">
        <pc:chgData name="dreiter@student.ubc.ca" userId="2723d029-c593-4124-bf7a-2fd48a1301b7" providerId="ADAL" clId="{65C8E3DC-54E9-4CBD-81C9-3F5A342026A2}" dt="2026-03-03T21:03:56.477" v="51590" actId="20577"/>
        <pc:sldMkLst>
          <pc:docMk/>
          <pc:sldMk cId="407917344" sldId="356"/>
        </pc:sldMkLst>
        <pc:spChg chg="mod">
          <ac:chgData name="dreiter@student.ubc.ca" userId="2723d029-c593-4124-bf7a-2fd48a1301b7" providerId="ADAL" clId="{65C8E3DC-54E9-4CBD-81C9-3F5A342026A2}" dt="2026-03-03T21:03:37.419" v="51577" actId="20577"/>
          <ac:spMkLst>
            <pc:docMk/>
            <pc:sldMk cId="407917344" sldId="356"/>
            <ac:spMk id="3" creationId="{AF99DF2D-256D-09CC-2B2D-AAC4FFBAB659}"/>
          </ac:spMkLst>
        </pc:spChg>
        <pc:spChg chg="add mod">
          <ac:chgData name="dreiter@student.ubc.ca" userId="2723d029-c593-4124-bf7a-2fd48a1301b7" providerId="ADAL" clId="{65C8E3DC-54E9-4CBD-81C9-3F5A342026A2}" dt="2026-03-03T21:03:56.477" v="51590" actId="20577"/>
          <ac:spMkLst>
            <pc:docMk/>
            <pc:sldMk cId="407917344" sldId="356"/>
            <ac:spMk id="6" creationId="{18FC8DD0-8F50-92C5-FEBE-F0439AD8505B}"/>
          </ac:spMkLst>
        </pc:spChg>
        <pc:picChg chg="add mod">
          <ac:chgData name="dreiter@student.ubc.ca" userId="2723d029-c593-4124-bf7a-2fd48a1301b7" providerId="ADAL" clId="{65C8E3DC-54E9-4CBD-81C9-3F5A342026A2}" dt="2026-03-03T21:03:50.004" v="51583" actId="1076"/>
          <ac:picMkLst>
            <pc:docMk/>
            <pc:sldMk cId="407917344" sldId="356"/>
            <ac:picMk id="5" creationId="{0F886390-4F4A-68F5-FDEE-F53756CCB39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4F8DC-505E-4ABD-A3EE-EDC3AEBE280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E86EA-9391-4F2B-8E4E-90F1E21AC3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08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309211"/>
            <a:ext cx="10058400" cy="2667571"/>
          </a:xfrm>
          <a:noFill/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083" y="4317137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E79E-677F-4982-A9C8-ABFF12F4DC19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08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8A8BF1AB-D1D9-49B3-882F-C80126AF7227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/>
            </a:lvl1pPr>
          </a:lstStyle>
          <a:p>
            <a:fld id="{A3B2E8AE-489D-49E1-B7CF-FA64CC048DC1}" type="slidenum">
              <a:rPr lang="en-US" smtClean="0"/>
              <a:pPr/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5839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noFill/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F08DA-BCFA-42AC-9B61-6285AAE1F42B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38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66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041400"/>
            <a:ext cx="4937760" cy="48276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041400"/>
            <a:ext cx="4937760" cy="482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9DEF8-0433-4F69-B41F-745134C1EB34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09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5D3E2-5FDC-4D01-88F1-EA58A01D118E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2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EE27-EF7E-4E84-929F-689F2EF3B480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75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4F979-4114-4107-A427-7D28B1F6BAAD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79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C43B587-EFF4-43A8-836B-6347CE93B0E1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B2E8AE-489D-49E1-B7CF-FA64CC04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9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C897F-F6CE-4057-9F9B-A7BBA73B19DF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24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D4FC-549A-4C69-BD8E-12AF907A43F8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9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6B02C-EB53-4EE7-9083-22C4ACC5928E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48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1248"/>
            <a:ext cx="12192000" cy="66912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024467"/>
            <a:ext cx="10058400" cy="493606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D2F3E85-19A9-4699-AB33-76A0CFA272CC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3B2E8AE-489D-49E1-B7CF-FA64CC048DC1}" type="slidenum">
              <a:rPr lang="en-US" smtClean="0"/>
              <a:pPr/>
              <a:t>‹#›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33418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70558-AEE3-19E6-9F27-303DA90B9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679325"/>
            <a:ext cx="10058400" cy="2667571"/>
          </a:xfrm>
        </p:spPr>
        <p:txBody>
          <a:bodyPr>
            <a:normAutofit/>
          </a:bodyPr>
          <a:lstStyle/>
          <a:p>
            <a:r>
              <a:rPr lang="en-US" sz="4000" dirty="0" err="1"/>
              <a:t>DarkLight</a:t>
            </a:r>
            <a:r>
              <a:rPr lang="en-US" sz="4000" dirty="0"/>
              <a:t> Weekly Report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55DFB7B-DC1A-B773-7514-6758D46304F5}"/>
              </a:ext>
            </a:extLst>
          </p:cNvPr>
          <p:cNvSpPr txBox="1">
            <a:spLocks/>
          </p:cNvSpPr>
          <p:nvPr/>
        </p:nvSpPr>
        <p:spPr>
          <a:xfrm>
            <a:off x="1066800" y="2997200"/>
            <a:ext cx="10058400" cy="117565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/>
              <a:t>March 3, 2026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Dean Reiter</a:t>
            </a:r>
          </a:p>
        </p:txBody>
      </p:sp>
    </p:spTree>
    <p:extLst>
      <p:ext uri="{BB962C8B-B14F-4D97-AF65-F5344CB8AC3E}">
        <p14:creationId xmlns:p14="http://schemas.microsoft.com/office/powerpoint/2010/main" val="3172283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E183-5B59-0C65-B074-698806F6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3E5A9-1388-5B0A-AA90-DF9EB36F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pPr/>
              <a:t>2</a:t>
            </a:fld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3B59E7-47B6-7760-1729-ADC520A45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83" y="990215"/>
            <a:ext cx="10106434" cy="487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81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D2D0B-2807-B9A6-97C8-A72B8337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A164A-DA58-EF1B-ED8F-D9F30406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C95D7-F681-A41D-C4D7-332B3802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pPr/>
              <a:t>3</a:t>
            </a:fld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267E30-2622-3BAB-F212-D804D8D25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83" y="990215"/>
            <a:ext cx="10106434" cy="487757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62A644-5D44-5E1E-B0F2-B0B511464677}"/>
              </a:ext>
            </a:extLst>
          </p:cNvPr>
          <p:cNvCxnSpPr/>
          <p:nvPr/>
        </p:nvCxnSpPr>
        <p:spPr>
          <a:xfrm>
            <a:off x="2631176" y="3881912"/>
            <a:ext cx="0" cy="88946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B2948C-3E04-D48F-ECAE-C868BAB8F360}"/>
              </a:ext>
            </a:extLst>
          </p:cNvPr>
          <p:cNvCxnSpPr/>
          <p:nvPr/>
        </p:nvCxnSpPr>
        <p:spPr>
          <a:xfrm>
            <a:off x="3400433" y="3881912"/>
            <a:ext cx="0" cy="88946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00E0B2-4600-DCED-4117-0F5D210990CA}"/>
              </a:ext>
            </a:extLst>
          </p:cNvPr>
          <p:cNvCxnSpPr/>
          <p:nvPr/>
        </p:nvCxnSpPr>
        <p:spPr>
          <a:xfrm>
            <a:off x="7674890" y="3802084"/>
            <a:ext cx="0" cy="88946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5CA0E1-5275-858D-34BF-E2F7ED620905}"/>
              </a:ext>
            </a:extLst>
          </p:cNvPr>
          <p:cNvCxnSpPr/>
          <p:nvPr/>
        </p:nvCxnSpPr>
        <p:spPr>
          <a:xfrm>
            <a:off x="8487690" y="3802084"/>
            <a:ext cx="0" cy="88946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926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99E78-2241-89DF-DB41-5335A6712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6C8A9-22B3-FA34-57D6-67E887660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Questions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Why are there consistently fewer events with 3, 5, 7 hits?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Why does </a:t>
            </a:r>
            <a:r>
              <a:rPr lang="en-US" dirty="0" err="1">
                <a:solidFill>
                  <a:schemeClr val="tx1"/>
                </a:solidFill>
              </a:rPr>
              <a:t>GEMTrack</a:t>
            </a:r>
            <a:r>
              <a:rPr lang="en-US" dirty="0">
                <a:solidFill>
                  <a:schemeClr val="tx1"/>
                </a:solidFill>
              </a:rPr>
              <a:t> save a small fraction of events from each run?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618D3-D1CF-F35E-B8BD-CC702A9F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pPr/>
              <a:t>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43743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EE7C6-D2AA-A281-6D21-415325F0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51DB0-5A30-4247-5CA9-2F0BB6C17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Clr>
                <a:srgbClr val="02070D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Read through most of the </a:t>
            </a:r>
            <a:r>
              <a:rPr lang="en-US" dirty="0" err="1">
                <a:solidFill>
                  <a:schemeClr val="tx1"/>
                </a:solidFill>
              </a:rPr>
              <a:t>GEMini</a:t>
            </a:r>
            <a:r>
              <a:rPr lang="en-US" dirty="0">
                <a:solidFill>
                  <a:schemeClr val="tx1"/>
                </a:solidFill>
              </a:rPr>
              <a:t> code</a:t>
            </a:r>
          </a:p>
          <a:p>
            <a:pPr>
              <a:lnSpc>
                <a:spcPct val="150000"/>
              </a:lnSpc>
              <a:buClr>
                <a:srgbClr val="02070D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Solved question 1</a:t>
            </a:r>
          </a:p>
          <a:p>
            <a:pPr>
              <a:lnSpc>
                <a:spcPct val="150000"/>
              </a:lnSpc>
              <a:buClr>
                <a:srgbClr val="02070D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Probably solved question 2</a:t>
            </a:r>
          </a:p>
          <a:p>
            <a:pPr>
              <a:lnSpc>
                <a:spcPct val="150000"/>
              </a:lnSpc>
              <a:buClr>
                <a:srgbClr val="02070D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Still working on histograms to compare</a:t>
            </a:r>
          </a:p>
          <a:p>
            <a:pPr lvl="1">
              <a:lnSpc>
                <a:spcPct val="150000"/>
              </a:lnSpc>
              <a:buClr>
                <a:srgbClr val="02070D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Hit multiplicity in cosmic vs beam data</a:t>
            </a:r>
          </a:p>
          <a:p>
            <a:pPr lvl="1">
              <a:lnSpc>
                <a:spcPct val="150000"/>
              </a:lnSpc>
              <a:buClr>
                <a:srgbClr val="02070D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GEM vs trigger hits</a:t>
            </a:r>
          </a:p>
          <a:p>
            <a:pPr lvl="1">
              <a:lnSpc>
                <a:spcPct val="150000"/>
              </a:lnSpc>
              <a:buClr>
                <a:srgbClr val="02070D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GEM hits before vs after track selection</a:t>
            </a:r>
          </a:p>
          <a:p>
            <a:pPr marL="201168" lvl="1" indent="0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E7F23-E021-33F6-963B-FB974C12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pPr/>
              <a:t>5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0920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BF5B7-92DE-20B0-8243-4EF69C0F6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GEM Analysis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226E5-651E-45EB-6F35-BE9A7FE8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pPr/>
              <a:t>6</a:t>
            </a:fld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3120A1-12F8-4820-4257-251FBA6134B7}"/>
              </a:ext>
            </a:extLst>
          </p:cNvPr>
          <p:cNvSpPr txBox="1"/>
          <p:nvPr/>
        </p:nvSpPr>
        <p:spPr>
          <a:xfrm>
            <a:off x="974701" y="282036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24036D-C7DF-D8BF-18F0-ECE2DF071993}"/>
              </a:ext>
            </a:extLst>
          </p:cNvPr>
          <p:cNvSpPr/>
          <p:nvPr/>
        </p:nvSpPr>
        <p:spPr>
          <a:xfrm>
            <a:off x="2781386" y="2366974"/>
            <a:ext cx="1719942" cy="11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GEMini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0D657B-62F2-0D7A-5E08-17FD73A30A7F}"/>
              </a:ext>
            </a:extLst>
          </p:cNvPr>
          <p:cNvSpPr txBox="1"/>
          <p:nvPr/>
        </p:nvSpPr>
        <p:spPr>
          <a:xfrm>
            <a:off x="5111273" y="2791908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Clusters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6C7D8F-FC08-34C7-1B6E-42EB60B3B6EF}"/>
              </a:ext>
            </a:extLst>
          </p:cNvPr>
          <p:cNvSpPr/>
          <p:nvPr/>
        </p:nvSpPr>
        <p:spPr>
          <a:xfrm>
            <a:off x="6830191" y="2366974"/>
            <a:ext cx="1719942" cy="11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GEMTrack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5DE5B5-4F46-7451-A6C3-51B1F6221267}"/>
              </a:ext>
            </a:extLst>
          </p:cNvPr>
          <p:cNvSpPr txBox="1"/>
          <p:nvPr/>
        </p:nvSpPr>
        <p:spPr>
          <a:xfrm>
            <a:off x="9238000" y="274110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Tracks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3E780F-A0C9-3AAC-C93F-BAF1503ADAB9}"/>
              </a:ext>
            </a:extLst>
          </p:cNvPr>
          <p:cNvCxnSpPr>
            <a:stCxn id="5" idx="3"/>
          </p:cNvCxnSpPr>
          <p:nvPr/>
        </p:nvCxnSpPr>
        <p:spPr>
          <a:xfrm>
            <a:off x="2172465" y="3005030"/>
            <a:ext cx="447364" cy="0"/>
          </a:xfrm>
          <a:prstGeom prst="straightConnector1">
            <a:avLst/>
          </a:prstGeom>
          <a:ln w="57150">
            <a:solidFill>
              <a:srgbClr val="02070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C0A7C0-0721-ABC2-F351-5D3325933B13}"/>
              </a:ext>
            </a:extLst>
          </p:cNvPr>
          <p:cNvCxnSpPr/>
          <p:nvPr/>
        </p:nvCxnSpPr>
        <p:spPr>
          <a:xfrm>
            <a:off x="4663909" y="2976574"/>
            <a:ext cx="447364" cy="0"/>
          </a:xfrm>
          <a:prstGeom prst="straightConnector1">
            <a:avLst/>
          </a:prstGeom>
          <a:ln w="57150">
            <a:solidFill>
              <a:srgbClr val="02070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7EF47B3-AF8B-5F03-7EC4-DBC9492575F8}"/>
              </a:ext>
            </a:extLst>
          </p:cNvPr>
          <p:cNvCxnSpPr/>
          <p:nvPr/>
        </p:nvCxnSpPr>
        <p:spPr>
          <a:xfrm>
            <a:off x="6229208" y="2983831"/>
            <a:ext cx="447364" cy="0"/>
          </a:xfrm>
          <a:prstGeom prst="straightConnector1">
            <a:avLst/>
          </a:prstGeom>
          <a:ln w="57150">
            <a:solidFill>
              <a:srgbClr val="02070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D4E713-0F1A-B9C4-FD56-B662AE626A44}"/>
              </a:ext>
            </a:extLst>
          </p:cNvPr>
          <p:cNvCxnSpPr/>
          <p:nvPr/>
        </p:nvCxnSpPr>
        <p:spPr>
          <a:xfrm>
            <a:off x="8711151" y="2948118"/>
            <a:ext cx="447364" cy="0"/>
          </a:xfrm>
          <a:prstGeom prst="straightConnector1">
            <a:avLst/>
          </a:prstGeom>
          <a:ln w="57150">
            <a:solidFill>
              <a:srgbClr val="02070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954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367F-370C-ADE7-6D6F-CF6A360A6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32AA4-5A1B-E4F3-87D4-F2984A95C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pattern observed before track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23AC6-4B89-651A-BB4B-5D4DB562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pPr/>
              <a:t>7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017846-62B6-4076-318C-5E4C26C93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888" y="1737361"/>
            <a:ext cx="6510165" cy="437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56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AC4B-C23D-37AC-4937-D434CD38C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9DF2D-256D-09CC-2B2D-AAC4FFBAB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Pattern does not appear when you look at number of clusters on one axis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BB391-745F-EBAE-3980-F73E4FDC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pPr/>
              <a:t>8</a:t>
            </a:fld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886390-4F4A-68F5-FDEE-F53756CCB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988" y="1625661"/>
            <a:ext cx="6804141" cy="4691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FC8DD0-8F50-92C5-FEBE-F0439AD8505B}"/>
              </a:ext>
            </a:extLst>
          </p:cNvPr>
          <p:cNvSpPr txBox="1"/>
          <p:nvPr/>
        </p:nvSpPr>
        <p:spPr>
          <a:xfrm>
            <a:off x="9725891" y="4721629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axis</a:t>
            </a:r>
          </a:p>
        </p:txBody>
      </p:sp>
    </p:spTree>
    <p:extLst>
      <p:ext uri="{BB962C8B-B14F-4D97-AF65-F5344CB8AC3E}">
        <p14:creationId xmlns:p14="http://schemas.microsoft.com/office/powerpoint/2010/main" val="407917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99AD-CAC0-79A7-9804-A700BF89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6667F-98F2-F357-A97D-98718B91C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024467"/>
            <a:ext cx="10058400" cy="49360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GEM signals on X axis and Y axis are not correlated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5A774-73DC-6878-FD07-C45F49B03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pPr/>
              <a:t>9</a:t>
            </a:fld>
            <a:endParaRPr lang="en-US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275B0E-5D75-20BE-2B6C-BF36BEB21179}"/>
              </a:ext>
            </a:extLst>
          </p:cNvPr>
          <p:cNvSpPr/>
          <p:nvPr/>
        </p:nvSpPr>
        <p:spPr>
          <a:xfrm>
            <a:off x="3127488" y="1892192"/>
            <a:ext cx="4802074" cy="33432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38AE518-8197-E15F-4C1C-4C016CE46AB3}"/>
              </a:ext>
            </a:extLst>
          </p:cNvPr>
          <p:cNvSpPr/>
          <p:nvPr/>
        </p:nvSpPr>
        <p:spPr>
          <a:xfrm>
            <a:off x="5447961" y="2924629"/>
            <a:ext cx="198096" cy="1865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342058-D74F-49B8-8E6B-78BFD59B9DDD}"/>
              </a:ext>
            </a:extLst>
          </p:cNvPr>
          <p:cNvSpPr/>
          <p:nvPr/>
        </p:nvSpPr>
        <p:spPr>
          <a:xfrm>
            <a:off x="5447961" y="3869360"/>
            <a:ext cx="198096" cy="1865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BBA8D5-2C91-6D32-969B-DF2325B1AE1F}"/>
              </a:ext>
            </a:extLst>
          </p:cNvPr>
          <p:cNvSpPr/>
          <p:nvPr/>
        </p:nvSpPr>
        <p:spPr>
          <a:xfrm>
            <a:off x="4303411" y="4457555"/>
            <a:ext cx="198096" cy="1865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90E9D2-6992-7CDF-3A9E-C046D60C2B27}"/>
              </a:ext>
            </a:extLst>
          </p:cNvPr>
          <p:cNvSpPr/>
          <p:nvPr/>
        </p:nvSpPr>
        <p:spPr>
          <a:xfrm>
            <a:off x="2813050" y="1892192"/>
            <a:ext cx="207944" cy="33432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3257B3-607F-896A-371A-FD39649F78D4}"/>
              </a:ext>
            </a:extLst>
          </p:cNvPr>
          <p:cNvSpPr/>
          <p:nvPr/>
        </p:nvSpPr>
        <p:spPr>
          <a:xfrm flipV="1">
            <a:off x="3127488" y="5372100"/>
            <a:ext cx="4802074" cy="2150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EEE9A1-210B-20A3-FBCF-D32AB17ABAED}"/>
              </a:ext>
            </a:extLst>
          </p:cNvPr>
          <p:cNvSpPr/>
          <p:nvPr/>
        </p:nvSpPr>
        <p:spPr>
          <a:xfrm>
            <a:off x="2826412" y="2901912"/>
            <a:ext cx="207944" cy="2319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E5A8D6-8686-B5F7-42C7-5F38B4332A36}"/>
              </a:ext>
            </a:extLst>
          </p:cNvPr>
          <p:cNvSpPr/>
          <p:nvPr/>
        </p:nvSpPr>
        <p:spPr>
          <a:xfrm>
            <a:off x="2813050" y="3823927"/>
            <a:ext cx="207944" cy="2319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9CE98A-6C2E-4B59-97F2-02D5E0738BD5}"/>
              </a:ext>
            </a:extLst>
          </p:cNvPr>
          <p:cNvSpPr/>
          <p:nvPr/>
        </p:nvSpPr>
        <p:spPr>
          <a:xfrm>
            <a:off x="2819731" y="4457555"/>
            <a:ext cx="207944" cy="2319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98FB7C-2CC7-AB21-8E23-F93BC17F4487}"/>
              </a:ext>
            </a:extLst>
          </p:cNvPr>
          <p:cNvSpPr/>
          <p:nvPr/>
        </p:nvSpPr>
        <p:spPr>
          <a:xfrm>
            <a:off x="4303411" y="5372098"/>
            <a:ext cx="207944" cy="21508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DF55CA-894C-D64C-4C90-2CB0E6DB75B0}"/>
              </a:ext>
            </a:extLst>
          </p:cNvPr>
          <p:cNvSpPr/>
          <p:nvPr/>
        </p:nvSpPr>
        <p:spPr>
          <a:xfrm>
            <a:off x="5455208" y="5372098"/>
            <a:ext cx="251597" cy="21508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A4D00B-7CC5-62F5-E9F2-A42206DC033E}"/>
              </a:ext>
            </a:extLst>
          </p:cNvPr>
          <p:cNvSpPr txBox="1"/>
          <p:nvPr/>
        </p:nvSpPr>
        <p:spPr>
          <a:xfrm>
            <a:off x="1138124" y="5775867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Hits</a:t>
            </a:r>
          </a:p>
        </p:txBody>
      </p:sp>
    </p:spTree>
    <p:extLst>
      <p:ext uri="{BB962C8B-B14F-4D97-AF65-F5344CB8AC3E}">
        <p14:creationId xmlns:p14="http://schemas.microsoft.com/office/powerpoint/2010/main" val="112777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4AF1-9942-C5A4-7EF9-1551D2DD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632A-C53E-E62B-49DE-74499D3D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91BD1-4F24-6020-96EB-AB4D85D1D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024467"/>
            <a:ext cx="10058400" cy="49360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do not know exact number or position of hits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339DA-25A0-AFD5-4101-C5D819CA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pPr/>
              <a:t>10</a:t>
            </a:fld>
            <a:endParaRPr lang="en-US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26074-70C7-8337-E882-7AFC32887EF4}"/>
              </a:ext>
            </a:extLst>
          </p:cNvPr>
          <p:cNvSpPr/>
          <p:nvPr/>
        </p:nvSpPr>
        <p:spPr>
          <a:xfrm>
            <a:off x="3127488" y="1892192"/>
            <a:ext cx="4802074" cy="33432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251875-CB03-BD27-8763-167CAABE6431}"/>
              </a:ext>
            </a:extLst>
          </p:cNvPr>
          <p:cNvSpPr/>
          <p:nvPr/>
        </p:nvSpPr>
        <p:spPr>
          <a:xfrm>
            <a:off x="5447961" y="2924629"/>
            <a:ext cx="198096" cy="1865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BCE3925-CD25-9F32-F9B8-966B4D7925AE}"/>
              </a:ext>
            </a:extLst>
          </p:cNvPr>
          <p:cNvSpPr/>
          <p:nvPr/>
        </p:nvSpPr>
        <p:spPr>
          <a:xfrm>
            <a:off x="5447961" y="3885633"/>
            <a:ext cx="198096" cy="1865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FD1513-18F6-CDE7-5C1F-393D2D38D4EA}"/>
              </a:ext>
            </a:extLst>
          </p:cNvPr>
          <p:cNvSpPr/>
          <p:nvPr/>
        </p:nvSpPr>
        <p:spPr>
          <a:xfrm>
            <a:off x="4303411" y="4457555"/>
            <a:ext cx="198096" cy="1865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A6E532-D3EB-7F57-FF38-DDAFC5E59BBE}"/>
              </a:ext>
            </a:extLst>
          </p:cNvPr>
          <p:cNvSpPr/>
          <p:nvPr/>
        </p:nvSpPr>
        <p:spPr>
          <a:xfrm>
            <a:off x="2813050" y="1892192"/>
            <a:ext cx="207944" cy="33432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78F6BB-4DFE-8100-574C-24073D11D410}"/>
              </a:ext>
            </a:extLst>
          </p:cNvPr>
          <p:cNvSpPr/>
          <p:nvPr/>
        </p:nvSpPr>
        <p:spPr>
          <a:xfrm flipV="1">
            <a:off x="3127488" y="5372100"/>
            <a:ext cx="4802074" cy="2150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05E5A4-4E64-62F2-84DE-90DABD9D7B0D}"/>
              </a:ext>
            </a:extLst>
          </p:cNvPr>
          <p:cNvSpPr/>
          <p:nvPr/>
        </p:nvSpPr>
        <p:spPr>
          <a:xfrm>
            <a:off x="2826412" y="2901912"/>
            <a:ext cx="207944" cy="2319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A72C2-6CC3-6A37-50A3-52C93791FEE5}"/>
              </a:ext>
            </a:extLst>
          </p:cNvPr>
          <p:cNvSpPr/>
          <p:nvPr/>
        </p:nvSpPr>
        <p:spPr>
          <a:xfrm>
            <a:off x="2813050" y="3823927"/>
            <a:ext cx="207944" cy="2319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B58232-C348-FF53-F2BA-D3EA7441989E}"/>
              </a:ext>
            </a:extLst>
          </p:cNvPr>
          <p:cNvSpPr/>
          <p:nvPr/>
        </p:nvSpPr>
        <p:spPr>
          <a:xfrm>
            <a:off x="2819731" y="4457555"/>
            <a:ext cx="207944" cy="2319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DE46D0-5780-6037-430A-606A8AE0A604}"/>
              </a:ext>
            </a:extLst>
          </p:cNvPr>
          <p:cNvSpPr/>
          <p:nvPr/>
        </p:nvSpPr>
        <p:spPr>
          <a:xfrm>
            <a:off x="4303411" y="5372098"/>
            <a:ext cx="207944" cy="21508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9FF5E4-F8EC-0BC9-6E0C-835B8E3BA155}"/>
              </a:ext>
            </a:extLst>
          </p:cNvPr>
          <p:cNvSpPr/>
          <p:nvPr/>
        </p:nvSpPr>
        <p:spPr>
          <a:xfrm>
            <a:off x="5455208" y="5372098"/>
            <a:ext cx="251597" cy="21508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4E5C21-CCA4-8C52-CB71-5CE194B336DB}"/>
              </a:ext>
            </a:extLst>
          </p:cNvPr>
          <p:cNvSpPr/>
          <p:nvPr/>
        </p:nvSpPr>
        <p:spPr>
          <a:xfrm>
            <a:off x="5447961" y="4442216"/>
            <a:ext cx="198096" cy="18655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2A3EA0-FB59-24EF-09C9-C7BCCF95EF5B}"/>
              </a:ext>
            </a:extLst>
          </p:cNvPr>
          <p:cNvSpPr/>
          <p:nvPr/>
        </p:nvSpPr>
        <p:spPr>
          <a:xfrm>
            <a:off x="4313259" y="3865024"/>
            <a:ext cx="198096" cy="18655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62934E-B9F7-E742-4335-B2BAEA1C54D9}"/>
              </a:ext>
            </a:extLst>
          </p:cNvPr>
          <p:cNvSpPr/>
          <p:nvPr/>
        </p:nvSpPr>
        <p:spPr>
          <a:xfrm>
            <a:off x="4303411" y="2924629"/>
            <a:ext cx="198096" cy="18655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E30E50-A033-5EA6-113C-57C416D9FA7A}"/>
              </a:ext>
            </a:extLst>
          </p:cNvPr>
          <p:cNvSpPr txBox="1"/>
          <p:nvPr/>
        </p:nvSpPr>
        <p:spPr>
          <a:xfrm>
            <a:off x="1138124" y="5775867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trike="sngStrike" dirty="0"/>
              <a:t>3 Hits </a:t>
            </a:r>
            <a:r>
              <a:rPr lang="en-US" dirty="0">
                <a:sym typeface="Wingdings" panose="05000000000000000000" pitchFamily="2" charset="2"/>
              </a:rPr>
              <a:t>  6 Hits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A679E8-373D-FDD9-26EE-20B0FE2547D1}"/>
              </a:ext>
            </a:extLst>
          </p:cNvPr>
          <p:cNvSpPr txBox="1"/>
          <p:nvPr/>
        </p:nvSpPr>
        <p:spPr>
          <a:xfrm>
            <a:off x="1138124" y="5775867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Hits</a:t>
            </a:r>
          </a:p>
        </p:txBody>
      </p:sp>
    </p:spTree>
    <p:extLst>
      <p:ext uri="{BB962C8B-B14F-4D97-AF65-F5344CB8AC3E}">
        <p14:creationId xmlns:p14="http://schemas.microsoft.com/office/powerpoint/2010/main" val="2134452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445F8-D5EE-7667-14BE-6C044BE8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128A5-8043-FEA7-7771-139F6444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15B8F-95F6-9FA5-53A9-65A049973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024467"/>
            <a:ext cx="10058400" cy="49360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5 hits is unlikely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AD2-8C09-8F94-4EFB-608B77A8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pPr/>
              <a:t>11</a:t>
            </a:fld>
            <a:endParaRPr lang="en-US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6290E3-06B8-80F3-A282-3013480E7031}"/>
              </a:ext>
            </a:extLst>
          </p:cNvPr>
          <p:cNvSpPr/>
          <p:nvPr/>
        </p:nvSpPr>
        <p:spPr>
          <a:xfrm>
            <a:off x="3127488" y="1892192"/>
            <a:ext cx="4802074" cy="33432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56F1A8-967F-8727-FA17-91FD9B0814B6}"/>
              </a:ext>
            </a:extLst>
          </p:cNvPr>
          <p:cNvSpPr/>
          <p:nvPr/>
        </p:nvSpPr>
        <p:spPr>
          <a:xfrm>
            <a:off x="5447961" y="2924629"/>
            <a:ext cx="198096" cy="1865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8B9327-E171-01E9-BA11-6449EA5C7A44}"/>
              </a:ext>
            </a:extLst>
          </p:cNvPr>
          <p:cNvSpPr/>
          <p:nvPr/>
        </p:nvSpPr>
        <p:spPr>
          <a:xfrm>
            <a:off x="5447961" y="3885633"/>
            <a:ext cx="198096" cy="1865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882144-B7A8-D519-3987-28859DBAE7A3}"/>
              </a:ext>
            </a:extLst>
          </p:cNvPr>
          <p:cNvSpPr/>
          <p:nvPr/>
        </p:nvSpPr>
        <p:spPr>
          <a:xfrm>
            <a:off x="2813050" y="1892192"/>
            <a:ext cx="207944" cy="33432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2F74E-0584-AD15-BCE8-0B5CCC41D019}"/>
              </a:ext>
            </a:extLst>
          </p:cNvPr>
          <p:cNvSpPr/>
          <p:nvPr/>
        </p:nvSpPr>
        <p:spPr>
          <a:xfrm flipV="1">
            <a:off x="3127488" y="5372100"/>
            <a:ext cx="4802074" cy="2150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889BE1-B2BF-C419-2C8D-18196ED49817}"/>
              </a:ext>
            </a:extLst>
          </p:cNvPr>
          <p:cNvSpPr/>
          <p:nvPr/>
        </p:nvSpPr>
        <p:spPr>
          <a:xfrm>
            <a:off x="2819731" y="3313004"/>
            <a:ext cx="207944" cy="2319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5452FC-9A25-2EFD-C1C2-396C6960BA5D}"/>
              </a:ext>
            </a:extLst>
          </p:cNvPr>
          <p:cNvSpPr/>
          <p:nvPr/>
        </p:nvSpPr>
        <p:spPr>
          <a:xfrm>
            <a:off x="2813050" y="3823927"/>
            <a:ext cx="207944" cy="2319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D60E96-6834-989D-60A8-00EFEF05CAAD}"/>
              </a:ext>
            </a:extLst>
          </p:cNvPr>
          <p:cNvSpPr/>
          <p:nvPr/>
        </p:nvSpPr>
        <p:spPr>
          <a:xfrm>
            <a:off x="2819731" y="4457555"/>
            <a:ext cx="207944" cy="2319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7208B7-6C58-104B-BAC3-AA14CDC1CA94}"/>
              </a:ext>
            </a:extLst>
          </p:cNvPr>
          <p:cNvSpPr/>
          <p:nvPr/>
        </p:nvSpPr>
        <p:spPr>
          <a:xfrm>
            <a:off x="5455208" y="5372098"/>
            <a:ext cx="251597" cy="21508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DC4143-1492-0953-33D7-9F468A1B89A2}"/>
              </a:ext>
            </a:extLst>
          </p:cNvPr>
          <p:cNvSpPr/>
          <p:nvPr/>
        </p:nvSpPr>
        <p:spPr>
          <a:xfrm>
            <a:off x="2820353" y="2802081"/>
            <a:ext cx="207944" cy="2319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57C846-7D0F-5C95-98F4-6C1C2BEB3BD9}"/>
              </a:ext>
            </a:extLst>
          </p:cNvPr>
          <p:cNvSpPr/>
          <p:nvPr/>
        </p:nvSpPr>
        <p:spPr>
          <a:xfrm>
            <a:off x="2813050" y="2337034"/>
            <a:ext cx="207944" cy="2319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A467C7-87D4-A407-6D6B-7C6F595D1919}"/>
              </a:ext>
            </a:extLst>
          </p:cNvPr>
          <p:cNvSpPr/>
          <p:nvPr/>
        </p:nvSpPr>
        <p:spPr>
          <a:xfrm>
            <a:off x="5447961" y="4480758"/>
            <a:ext cx="198096" cy="1865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336287C-91D5-FC07-6D05-1D01312196AA}"/>
              </a:ext>
            </a:extLst>
          </p:cNvPr>
          <p:cNvSpPr/>
          <p:nvPr/>
        </p:nvSpPr>
        <p:spPr>
          <a:xfrm>
            <a:off x="5455208" y="3386888"/>
            <a:ext cx="198096" cy="1865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3182F53-61C0-3B2F-D23E-9D819E593338}"/>
              </a:ext>
            </a:extLst>
          </p:cNvPr>
          <p:cNvSpPr/>
          <p:nvPr/>
        </p:nvSpPr>
        <p:spPr>
          <a:xfrm>
            <a:off x="5447961" y="2397488"/>
            <a:ext cx="198096" cy="1865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81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911D6-C9DD-B76C-5099-AD104519C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C2931-E2AA-3FF8-01F1-9573DE18E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pPr/>
              <a:t>12</a:t>
            </a:fld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41FC66-C1DC-56B4-8A1D-7067599AB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63" y="667875"/>
            <a:ext cx="7364740" cy="552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93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E3158-08CD-9A94-ACE1-1D6EC61BA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001C4-B2F9-50DB-BC8F-272A7C678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Self explanatory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Not all triggered events will have hits in both GEMs </a:t>
            </a:r>
            <a:r>
              <a:rPr lang="en-US" dirty="0">
                <a:sym typeface="Wingdings" panose="05000000000000000000" pitchFamily="2" charset="2"/>
              </a:rPr>
              <a:t>(needed for good track)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BF29F-7A54-8BCF-BC7D-78E50D4D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2E8AE-489D-49E1-B7CF-FA64CC048DC1}" type="slidenum">
              <a:rPr lang="en-US" smtClean="0"/>
              <a:pPr/>
              <a:t>13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99183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6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3766</TotalTime>
  <Words>195</Words>
  <Application>Microsoft Office PowerPoint</Application>
  <PresentationFormat>Widescreen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Helvetica</vt:lpstr>
      <vt:lpstr>Wingdings</vt:lpstr>
      <vt:lpstr>Retrospect</vt:lpstr>
      <vt:lpstr>DarkLight Weekly Report</vt:lpstr>
      <vt:lpstr>Last week</vt:lpstr>
      <vt:lpstr>Last week</vt:lpstr>
      <vt:lpstr>Last week</vt:lpstr>
      <vt:lpstr>Summary</vt:lpstr>
      <vt:lpstr>GEM Analysis Overview</vt:lpstr>
      <vt:lpstr>Question 1</vt:lpstr>
      <vt:lpstr>PowerPoint Presentation</vt:lpstr>
      <vt:lpstr>Question 1</vt:lpstr>
      <vt:lpstr>Question 1</vt:lpstr>
      <vt:lpstr>Question 1</vt:lpstr>
      <vt:lpstr>Question 1</vt:lpstr>
      <vt:lpstr>Question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dreiter@student.ubc.ca</dc:creator>
  <cp:lastModifiedBy>dreiter@student.ubc.ca</cp:lastModifiedBy>
  <cp:revision>1</cp:revision>
  <dcterms:created xsi:type="dcterms:W3CDTF">2025-11-30T05:33:47Z</dcterms:created>
  <dcterms:modified xsi:type="dcterms:W3CDTF">2026-03-03T21:07:37Z</dcterms:modified>
</cp:coreProperties>
</file>